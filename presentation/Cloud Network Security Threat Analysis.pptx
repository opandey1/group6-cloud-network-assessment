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99" r:id="rId4"/>
  </p:sldMasterIdLst>
  <p:notesMasterIdLst>
    <p:notesMasterId r:id="rId15"/>
  </p:notesMasterIdLst>
  <p:handoutMasterIdLst>
    <p:handoutMasterId r:id="rId16"/>
  </p:handoutMasterIdLst>
  <p:sldIdLst>
    <p:sldId id="256" r:id="rId5"/>
    <p:sldId id="292" r:id="rId6"/>
    <p:sldId id="299" r:id="rId7"/>
    <p:sldId id="300" r:id="rId8"/>
    <p:sldId id="301" r:id="rId9"/>
    <p:sldId id="302" r:id="rId10"/>
    <p:sldId id="303" r:id="rId11"/>
    <p:sldId id="304" r:id="rId12"/>
    <p:sldId id="305" r:id="rId13"/>
    <p:sldId id="294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465359"/>
    <a:srgbClr val="969F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12C8C85-51F0-491E-9774-3900AFEF0F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2978" autoAdjust="0"/>
  </p:normalViewPr>
  <p:slideViewPr>
    <p:cSldViewPr snapToGrid="0" showGuides="1">
      <p:cViewPr varScale="1">
        <p:scale>
          <a:sx n="59" d="100"/>
          <a:sy n="59" d="100"/>
        </p:scale>
        <p:origin x="964" y="48"/>
      </p:cViewPr>
      <p:guideLst/>
    </p:cSldViewPr>
  </p:slideViewPr>
  <p:outlineViewPr>
    <p:cViewPr>
      <p:scale>
        <a:sx n="33" d="100"/>
        <a:sy n="33" d="100"/>
      </p:scale>
      <p:origin x="0" y="-4982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1757"/>
    </p:cViewPr>
  </p:sorterViewPr>
  <p:notesViewPr>
    <p:cSldViewPr snapToGrid="0">
      <p:cViewPr varScale="1">
        <p:scale>
          <a:sx n="58" d="100"/>
          <a:sy n="58" d="100"/>
        </p:scale>
        <p:origin x="3240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svg"/><Relationship Id="rId1" Type="http://schemas.openxmlformats.org/officeDocument/2006/relationships/image" Target="../media/image16.png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svg"/><Relationship Id="rId1" Type="http://schemas.openxmlformats.org/officeDocument/2006/relationships/image" Target="../media/image16.png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A2737FB-3614-4E13-9C11-567DD6F7C7AA}" type="doc">
      <dgm:prSet loTypeId="urn:microsoft.com/office/officeart/2005/8/layout/hProcess10" loCatId="process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AE"/>
        </a:p>
      </dgm:t>
    </dgm:pt>
    <dgm:pt modelId="{51E99F87-E3F5-4354-840F-5CE2D4A67B4D}">
      <dgm:prSet phldrT="[Text]"/>
      <dgm:spPr/>
      <dgm:t>
        <a:bodyPr/>
        <a:lstStyle/>
        <a:p>
          <a:r>
            <a:rPr lang="en-US" b="1" dirty="0">
              <a:latin typeface="Aptos" panose="020B0004020202020204" pitchFamily="34" charset="0"/>
            </a:rPr>
            <a:t>Confusion</a:t>
          </a:r>
        </a:p>
        <a:p>
          <a:r>
            <a:rPr lang="en-US" dirty="0">
              <a:latin typeface="Aptos" panose="020B0004020202020204" pitchFamily="34" charset="0"/>
            </a:rPr>
            <a:t>The deliverables  responsibilities split  but…</a:t>
          </a:r>
          <a:endParaRPr lang="en-AE" dirty="0">
            <a:latin typeface="Aptos" panose="020B0004020202020204" pitchFamily="34" charset="0"/>
          </a:endParaRPr>
        </a:p>
      </dgm:t>
    </dgm:pt>
    <dgm:pt modelId="{8CA57937-A12F-4CF1-BC71-C519D94E8306}" type="parTrans" cxnId="{742D143A-338D-4891-98C7-9AA3FF95AB94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CB0A4CA0-D1BD-43F0-ADD6-AE1549A9335E}" type="sibTrans" cxnId="{742D143A-338D-4891-98C7-9AA3FF95AB94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2477D4FC-A9B2-434E-93CC-7B5A7D4C0ABE}">
      <dgm:prSet phldrT="[Text]"/>
      <dgm:spPr/>
      <dgm:t>
        <a:bodyPr/>
        <a:lstStyle/>
        <a:p>
          <a:r>
            <a:rPr lang="en-US" b="1" dirty="0">
              <a:latin typeface="Aptos" panose="020B0004020202020204" pitchFamily="34" charset="0"/>
            </a:rPr>
            <a:t>Not sure what to analysis- real network/ imaginary??</a:t>
          </a:r>
          <a:endParaRPr lang="en-AE" dirty="0">
            <a:latin typeface="Aptos" panose="020B0004020202020204" pitchFamily="34" charset="0"/>
          </a:endParaRPr>
        </a:p>
      </dgm:t>
    </dgm:pt>
    <dgm:pt modelId="{2EBF26C5-8359-4255-98E0-4BAC061F6DB5}" type="parTrans" cxnId="{F1B88ABC-98CF-4C47-B7B8-DBA13A5B8E19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F4AAAE7D-E301-4D4E-920D-B130F5333BA9}" type="sibTrans" cxnId="{F1B88ABC-98CF-4C47-B7B8-DBA13A5B8E19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D5845620-8DCD-453F-B004-6258BBE85C65}">
      <dgm:prSet phldrT="[Text]"/>
      <dgm:spPr/>
      <dgm:t>
        <a:bodyPr/>
        <a:lstStyle/>
        <a:p>
          <a:r>
            <a:rPr lang="en-US" b="1">
              <a:latin typeface="Aptos" panose="020B0004020202020204" pitchFamily="34" charset="0"/>
            </a:rPr>
            <a:t>Sorting</a:t>
          </a:r>
        </a:p>
        <a:p>
          <a:r>
            <a:rPr lang="en-US">
              <a:latin typeface="Aptos" panose="020B0004020202020204" pitchFamily="34" charset="0"/>
            </a:rPr>
            <a:t>Division of Works</a:t>
          </a:r>
          <a:endParaRPr lang="en-AE" dirty="0">
            <a:latin typeface="Aptos" panose="020B0004020202020204" pitchFamily="34" charset="0"/>
          </a:endParaRPr>
        </a:p>
      </dgm:t>
    </dgm:pt>
    <dgm:pt modelId="{06DEB956-819F-4C31-9573-1240BEA42AA7}" type="parTrans" cxnId="{30350628-0196-465F-B6FA-3827D3B99C16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9A4EB06F-32CF-4677-AF70-CE8BA219745D}" type="sibTrans" cxnId="{30350628-0196-465F-B6FA-3827D3B99C16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89DF8CDA-C2FA-40B1-BAF7-D5D4DE3C3AAA}">
      <dgm:prSet phldrT="[Text]"/>
      <dgm:spPr/>
      <dgm:t>
        <a:bodyPr/>
        <a:lstStyle/>
        <a:p>
          <a:r>
            <a:rPr lang="en-US" b="1">
              <a:latin typeface="Aptos" panose="020B0004020202020204" pitchFamily="34" charset="0"/>
            </a:rPr>
            <a:t>Each person studying the main concepts related to their own deliverables</a:t>
          </a:r>
          <a:endParaRPr lang="en-AE" dirty="0">
            <a:latin typeface="Aptos" panose="020B0004020202020204" pitchFamily="34" charset="0"/>
          </a:endParaRPr>
        </a:p>
      </dgm:t>
    </dgm:pt>
    <dgm:pt modelId="{B7A8B82D-6B37-478A-B54A-6FCBF1F91F71}" type="parTrans" cxnId="{11D8330C-9E39-48D4-8DC3-2F984810D743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AB1B7541-39C3-4431-B94D-F10D59519D82}" type="sibTrans" cxnId="{11D8330C-9E39-48D4-8DC3-2F984810D743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C3D9BF68-74CE-4808-9870-52844EA98E0C}">
      <dgm:prSet phldrT="[Text]" phldr="1"/>
      <dgm:spPr/>
      <dgm:t>
        <a:bodyPr/>
        <a:lstStyle/>
        <a:p>
          <a:endParaRPr lang="en-AE" dirty="0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1BB24154-6312-4178-BF02-30FA9D80F389}" type="parTrans" cxnId="{113CE9D2-7EDB-4438-8232-BCC6313956F5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539E4935-5B05-4709-9678-3C7AEBFDD2BA}" type="sibTrans" cxnId="{113CE9D2-7EDB-4438-8232-BCC6313956F5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72DEC0B5-105E-498C-A5F3-935F3B46CF85}">
      <dgm:prSet phldrT="[Text]"/>
      <dgm:spPr/>
      <dgm:t>
        <a:bodyPr/>
        <a:lstStyle/>
        <a:p>
          <a:r>
            <a:rPr lang="en-US" b="1">
              <a:latin typeface="Aptos" panose="020B0004020202020204" pitchFamily="34" charset="0"/>
            </a:rPr>
            <a:t>Conclusion</a:t>
          </a:r>
        </a:p>
        <a:p>
          <a:r>
            <a:rPr lang="en-AE">
              <a:latin typeface="Aptos" panose="020B0004020202020204" pitchFamily="34" charset="0"/>
            </a:rPr>
            <a:t>Finalizing</a:t>
          </a:r>
          <a:endParaRPr lang="en-AE" dirty="0">
            <a:latin typeface="Aptos" panose="020B0004020202020204" pitchFamily="34" charset="0"/>
          </a:endParaRPr>
        </a:p>
      </dgm:t>
    </dgm:pt>
    <dgm:pt modelId="{AC41DA78-492E-4F82-8B85-752461068A45}" type="parTrans" cxnId="{DD5132F6-6E1E-4FEF-B26E-85E5C76AF600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7B621277-8A0A-489A-88CC-76EDDE25B993}" type="sibTrans" cxnId="{DD5132F6-6E1E-4FEF-B26E-85E5C76AF600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7F71B586-4727-4448-BD7E-8D212CA5E117}">
      <dgm:prSet phldrT="[Text]"/>
      <dgm:spPr/>
      <dgm:t>
        <a:bodyPr/>
        <a:lstStyle/>
        <a:p>
          <a:r>
            <a:rPr lang="en-US" b="1">
              <a:latin typeface="Aptos" panose="020B0004020202020204" pitchFamily="34" charset="0"/>
            </a:rPr>
            <a:t>Each contributed his part to the original network proposed in the “Main report file”</a:t>
          </a:r>
          <a:endParaRPr lang="en-AE" dirty="0">
            <a:latin typeface="Aptos" panose="020B0004020202020204" pitchFamily="34" charset="0"/>
          </a:endParaRPr>
        </a:p>
      </dgm:t>
    </dgm:pt>
    <dgm:pt modelId="{83A5FE13-BD67-40C5-8D75-611F47C342A5}" type="parTrans" cxnId="{C4F974E8-EE26-4BF7-A339-62E0CA805BDB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5BC9D704-1064-43C8-A735-1A667118AAA1}" type="sibTrans" cxnId="{C4F974E8-EE26-4BF7-A339-62E0CA805BDB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C15CFD1F-7D11-4DB9-A145-90C3D19EBA5E}">
      <dgm:prSet/>
      <dgm:spPr/>
      <dgm:t>
        <a:bodyPr/>
        <a:lstStyle/>
        <a:p>
          <a:r>
            <a:rPr lang="en-US" b="1">
              <a:latin typeface="Aptos" panose="020B0004020202020204" pitchFamily="34" charset="0"/>
            </a:rPr>
            <a:t>Who to do what at the beginning</a:t>
          </a:r>
          <a:endParaRPr lang="en-AE" b="1" dirty="0">
            <a:latin typeface="Aptos" panose="020B0004020202020204" pitchFamily="34" charset="0"/>
          </a:endParaRPr>
        </a:p>
      </dgm:t>
    </dgm:pt>
    <dgm:pt modelId="{29D98BBB-08EE-4E91-82FB-D79483BD435F}" type="parTrans" cxnId="{80D765C9-8AA8-47D3-A600-595F4326F633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274D5393-63A2-4F71-968B-567175FAB321}" type="sibTrans" cxnId="{80D765C9-8AA8-47D3-A600-595F4326F633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6E35B1CE-1424-4C03-AA5A-B8EEBE2D6083}">
      <dgm:prSet/>
      <dgm:spPr/>
      <dgm:t>
        <a:bodyPr/>
        <a:lstStyle/>
        <a:p>
          <a:r>
            <a:rPr lang="en-US" b="1">
              <a:latin typeface="Aptos" panose="020B0004020202020204" pitchFamily="34" charset="0"/>
            </a:rPr>
            <a:t>Which AI tool and how to use</a:t>
          </a:r>
          <a:endParaRPr lang="en-AE" b="1" dirty="0">
            <a:latin typeface="Aptos" panose="020B0004020202020204" pitchFamily="34" charset="0"/>
          </a:endParaRPr>
        </a:p>
      </dgm:t>
    </dgm:pt>
    <dgm:pt modelId="{80EB5F86-3D96-48D6-B8E0-C4F731F725BD}" type="parTrans" cxnId="{BBC7D3BE-B98E-43D6-B1C7-C681584A1398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7E42F07D-D297-404C-9F9D-1D37FCEB7EAC}" type="sibTrans" cxnId="{BBC7D3BE-B98E-43D6-B1C7-C681584A1398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A1FB067B-0E43-446F-89ED-9022B406B9DF}">
      <dgm:prSet/>
      <dgm:spPr/>
      <dgm:t>
        <a:bodyPr/>
        <a:lstStyle/>
        <a:p>
          <a:r>
            <a:rPr lang="en-US" b="1">
              <a:latin typeface="Aptos" panose="020B0004020202020204" pitchFamily="34" charset="0"/>
            </a:rPr>
            <a:t>Each to his own “domain</a:t>
          </a:r>
          <a:endParaRPr lang="en-AE" dirty="0">
            <a:latin typeface="Aptos" panose="020B0004020202020204" pitchFamily="34" charset="0"/>
          </a:endParaRPr>
        </a:p>
      </dgm:t>
    </dgm:pt>
    <dgm:pt modelId="{76DB23F0-EFB2-4B9C-8267-83A1FD93B350}" type="parTrans" cxnId="{59B96CC0-21B8-4D86-BA8C-7DA5550005EE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EEF96A89-0718-4696-A1E0-E4F21A6567C4}" type="sibTrans" cxnId="{59B96CC0-21B8-4D86-BA8C-7DA5550005EE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F0E1920A-C673-487B-BB6A-A863D94865B1}">
      <dgm:prSet/>
      <dgm:spPr/>
      <dgm:t>
        <a:bodyPr/>
        <a:lstStyle/>
        <a:p>
          <a:r>
            <a:rPr lang="en-US" b="1">
              <a:latin typeface="Aptos" panose="020B0004020202020204" pitchFamily="34" charset="0"/>
            </a:rPr>
            <a:t>Setting uo the Backlog file with task splits, deadlines and  tracking </a:t>
          </a:r>
          <a:endParaRPr lang="en-AE" b="1" dirty="0">
            <a:latin typeface="Aptos" panose="020B0004020202020204" pitchFamily="34" charset="0"/>
          </a:endParaRPr>
        </a:p>
      </dgm:t>
    </dgm:pt>
    <dgm:pt modelId="{F12DE718-89EB-4B69-889F-4D5CE426992F}" type="parTrans" cxnId="{12A58785-D6E6-4BA0-A80F-715EC474C0EC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676CE59B-AA46-41CF-9ACA-C2694F687165}" type="sibTrans" cxnId="{12A58785-D6E6-4BA0-A80F-715EC474C0EC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E64E91C6-2022-48C7-B295-D1EEB81C7A54}">
      <dgm:prSet/>
      <dgm:spPr/>
      <dgm:t>
        <a:bodyPr/>
        <a:lstStyle/>
        <a:p>
          <a:r>
            <a:rPr lang="en-US" b="1">
              <a:latin typeface="Aptos" panose="020B0004020202020204" pitchFamily="34" charset="0"/>
            </a:rPr>
            <a:t>The introduction, Improvement suggestions were added  based on collective research.</a:t>
          </a:r>
          <a:endParaRPr lang="en-AE" b="1" dirty="0">
            <a:latin typeface="Aptos" panose="020B0004020202020204" pitchFamily="34" charset="0"/>
          </a:endParaRPr>
        </a:p>
      </dgm:t>
    </dgm:pt>
    <dgm:pt modelId="{1FEBFA20-3CE7-4B08-8625-6828BA5886A9}" type="parTrans" cxnId="{0227A86E-E427-4FB2-97CE-85B582205457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6E71720E-8129-478F-A750-56A73ECD712D}" type="sibTrans" cxnId="{0227A86E-E427-4FB2-97CE-85B582205457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44878101-264F-4B84-8970-439B2FB7956D}">
      <dgm:prSet phldrT="[Text]"/>
      <dgm:spPr/>
      <dgm:t>
        <a:bodyPr/>
        <a:lstStyle/>
        <a:p>
          <a:r>
            <a:rPr lang="en-US" b="1">
              <a:latin typeface="Aptos" panose="020B0004020202020204" pitchFamily="34" charset="0"/>
            </a:rPr>
            <a:t>Shaping</a:t>
          </a:r>
        </a:p>
        <a:p>
          <a:r>
            <a:rPr lang="en-US">
              <a:latin typeface="Aptos" panose="020B0004020202020204" pitchFamily="34" charset="0"/>
            </a:rPr>
            <a:t>Getting in the grooves</a:t>
          </a:r>
          <a:endParaRPr lang="en-AE" dirty="0">
            <a:latin typeface="Aptos" panose="020B0004020202020204" pitchFamily="34" charset="0"/>
          </a:endParaRPr>
        </a:p>
      </dgm:t>
    </dgm:pt>
    <dgm:pt modelId="{7C6DD623-B75E-4D8E-8272-76B3DB240C00}" type="parTrans" cxnId="{D3AC9733-E954-4148-BC46-95EDBE5C5ED0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7C80F624-7FD2-4C55-BDF5-D96BE86FB953}" type="sibTrans" cxnId="{D3AC9733-E954-4148-BC46-95EDBE5C5ED0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A32372E9-9D6B-4CFA-8A15-956FB73535D2}">
      <dgm:prSet phldrT="[Text]"/>
      <dgm:spPr/>
      <dgm:t>
        <a:bodyPr/>
        <a:lstStyle/>
        <a:p>
          <a:r>
            <a:rPr lang="en-US" b="1">
              <a:latin typeface="Aptos" panose="020B0004020202020204" pitchFamily="34" charset="0"/>
            </a:rPr>
            <a:t>Ojas the product owner defined which type of cloud network we will analyze </a:t>
          </a:r>
          <a:endParaRPr lang="en-AE" dirty="0">
            <a:latin typeface="Aptos" panose="020B0004020202020204" pitchFamily="34" charset="0"/>
          </a:endParaRPr>
        </a:p>
      </dgm:t>
    </dgm:pt>
    <dgm:pt modelId="{EACF2739-7FF8-40B5-942B-172A889F881F}" type="parTrans" cxnId="{AC849FFD-8219-497A-BC54-3509B703782D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3A3FB411-05BA-4592-8EF0-01D306E32E03}" type="sibTrans" cxnId="{AC849FFD-8219-497A-BC54-3509B703782D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95777060-2825-4003-A5DA-935C66BFF753}">
      <dgm:prSet/>
      <dgm:spPr/>
      <dgm:t>
        <a:bodyPr/>
        <a:lstStyle/>
        <a:p>
          <a:r>
            <a:rPr lang="en-US" b="1">
              <a:latin typeface="Aptos" panose="020B0004020202020204" pitchFamily="34" charset="0"/>
            </a:rPr>
            <a:t>Each researcher then aligned his research to this network.</a:t>
          </a:r>
          <a:endParaRPr lang="en-AE" b="1" dirty="0">
            <a:latin typeface="Aptos" panose="020B0004020202020204" pitchFamily="34" charset="0"/>
          </a:endParaRPr>
        </a:p>
      </dgm:t>
    </dgm:pt>
    <dgm:pt modelId="{6CF924CF-FDD0-47B2-ADB2-E20F7DF9EF76}" type="parTrans" cxnId="{7D00130F-44AD-42A3-8469-890F3AEA12F3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FD182937-4869-485E-AA65-FDF86AFCA9AC}" type="sibTrans" cxnId="{7D00130F-44AD-42A3-8469-890F3AEA12F3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2389344E-986A-4BCF-B7BE-F243706D1841}">
      <dgm:prSet phldrT="[Text]" phldr="0"/>
      <dgm:spPr/>
      <dgm:t>
        <a:bodyPr/>
        <a:lstStyle/>
        <a:p>
          <a:r>
            <a:rPr lang="en-US">
              <a:latin typeface="Aptos" panose="020B0004020202020204" pitchFamily="34" charset="0"/>
            </a:rPr>
            <a:t>Deadlines were discussed and reassessed based on the relaxation of time-line</a:t>
          </a:r>
          <a:endParaRPr lang="en-AE" dirty="0">
            <a:latin typeface="Aptos" panose="020B0004020202020204" pitchFamily="34" charset="0"/>
          </a:endParaRPr>
        </a:p>
      </dgm:t>
    </dgm:pt>
    <dgm:pt modelId="{09823554-3C54-4519-A736-E6AD3C9C4C29}" type="parTrans" cxnId="{7B84C89A-0290-4E5E-A247-AB1D4A7C1AEA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565FF749-3846-4376-BB1E-8747FD856F5F}" type="sibTrans" cxnId="{7B84C89A-0290-4E5E-A247-AB1D4A7C1AEA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8E8DE60C-8690-4770-BD7B-571C884105FE}">
      <dgm:prSet/>
      <dgm:spPr/>
      <dgm:t>
        <a:bodyPr/>
        <a:lstStyle/>
        <a:p>
          <a:r>
            <a:rPr lang="en-US" b="1">
              <a:latin typeface="Aptos" panose="020B0004020202020204" pitchFamily="34" charset="0"/>
            </a:rPr>
            <a:t>Executive summary file prepared by AI!</a:t>
          </a:r>
          <a:endParaRPr lang="en-AE" b="1" dirty="0">
            <a:latin typeface="Aptos" panose="020B0004020202020204" pitchFamily="34" charset="0"/>
          </a:endParaRPr>
        </a:p>
      </dgm:t>
    </dgm:pt>
    <dgm:pt modelId="{2F67899D-4FAB-4A43-A82A-1EE1D17638E0}" type="parTrans" cxnId="{599D038F-BCE3-41A5-8840-9EA0FDA3200D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3A97D88C-F8CC-4FA4-B559-8DB801DDB651}" type="sibTrans" cxnId="{599D038F-BCE3-41A5-8840-9EA0FDA3200D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5411A350-2EA3-4F75-A433-9F95DE3C4A91}" type="pres">
      <dgm:prSet presAssocID="{4A2737FB-3614-4E13-9C11-567DD6F7C7AA}" presName="Name0" presStyleCnt="0">
        <dgm:presLayoutVars>
          <dgm:dir/>
          <dgm:resizeHandles val="exact"/>
        </dgm:presLayoutVars>
      </dgm:prSet>
      <dgm:spPr/>
    </dgm:pt>
    <dgm:pt modelId="{A01B39C4-089B-40FB-912A-3D35E713FBFD}" type="pres">
      <dgm:prSet presAssocID="{51E99F87-E3F5-4354-840F-5CE2D4A67B4D}" presName="composite" presStyleCnt="0"/>
      <dgm:spPr/>
    </dgm:pt>
    <dgm:pt modelId="{8628E0E9-3CE5-4062-A9FA-1E0AD0F09D36}" type="pres">
      <dgm:prSet presAssocID="{51E99F87-E3F5-4354-840F-5CE2D4A67B4D}" presName="imagSh" presStyleLbl="bgImgPlace1" presStyleIdx="0" presStyleCnt="4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ost with solid fill"/>
        </a:ext>
      </dgm:extLst>
    </dgm:pt>
    <dgm:pt modelId="{35F64EF0-3CBC-4A7D-86DE-FB8508F9F6D9}" type="pres">
      <dgm:prSet presAssocID="{51E99F87-E3F5-4354-840F-5CE2D4A67B4D}" presName="txNode" presStyleLbl="node1" presStyleIdx="0" presStyleCnt="4">
        <dgm:presLayoutVars>
          <dgm:bulletEnabled val="1"/>
        </dgm:presLayoutVars>
      </dgm:prSet>
      <dgm:spPr/>
    </dgm:pt>
    <dgm:pt modelId="{3C4C8F0F-C271-4113-94E6-082CBB457ACD}" type="pres">
      <dgm:prSet presAssocID="{CB0A4CA0-D1BD-43F0-ADD6-AE1549A9335E}" presName="sibTrans" presStyleLbl="sibTrans2D1" presStyleIdx="0" presStyleCnt="3"/>
      <dgm:spPr/>
    </dgm:pt>
    <dgm:pt modelId="{C18BD847-1285-4431-B159-FB065476054D}" type="pres">
      <dgm:prSet presAssocID="{CB0A4CA0-D1BD-43F0-ADD6-AE1549A9335E}" presName="connTx" presStyleLbl="sibTrans2D1" presStyleIdx="0" presStyleCnt="3"/>
      <dgm:spPr/>
    </dgm:pt>
    <dgm:pt modelId="{DD123190-3F2B-4F5D-A6BC-ABB1CBB7FF79}" type="pres">
      <dgm:prSet presAssocID="{D5845620-8DCD-453F-B004-6258BBE85C65}" presName="composite" presStyleCnt="0"/>
      <dgm:spPr/>
    </dgm:pt>
    <dgm:pt modelId="{6FFFE9E0-0AAF-4BCB-8629-E7154493B1C8}" type="pres">
      <dgm:prSet presAssocID="{D5845620-8DCD-453F-B004-6258BBE85C65}" presName="imagSh" presStyleLbl="bgImgPlace1" presStyleIdx="1" presStyleCnt="4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ilter with solid fill"/>
        </a:ext>
      </dgm:extLst>
    </dgm:pt>
    <dgm:pt modelId="{B618BC2A-E702-4FC3-8F52-2340AA62413A}" type="pres">
      <dgm:prSet presAssocID="{D5845620-8DCD-453F-B004-6258BBE85C65}" presName="txNode" presStyleLbl="node1" presStyleIdx="1" presStyleCnt="4">
        <dgm:presLayoutVars>
          <dgm:bulletEnabled val="1"/>
        </dgm:presLayoutVars>
      </dgm:prSet>
      <dgm:spPr/>
    </dgm:pt>
    <dgm:pt modelId="{08ABD57E-BCE5-4ED6-8013-D64B752404FD}" type="pres">
      <dgm:prSet presAssocID="{9A4EB06F-32CF-4677-AF70-CE8BA219745D}" presName="sibTrans" presStyleLbl="sibTrans2D1" presStyleIdx="1" presStyleCnt="3"/>
      <dgm:spPr/>
    </dgm:pt>
    <dgm:pt modelId="{1DC491A6-5C16-4287-BA1C-D3605B97AAED}" type="pres">
      <dgm:prSet presAssocID="{9A4EB06F-32CF-4677-AF70-CE8BA219745D}" presName="connTx" presStyleLbl="sibTrans2D1" presStyleIdx="1" presStyleCnt="3"/>
      <dgm:spPr/>
    </dgm:pt>
    <dgm:pt modelId="{1141283D-6BB1-419F-8EAD-4AA9AF5CC3D6}" type="pres">
      <dgm:prSet presAssocID="{44878101-264F-4B84-8970-439B2FB7956D}" presName="composite" presStyleCnt="0"/>
      <dgm:spPr/>
    </dgm:pt>
    <dgm:pt modelId="{F8CA86C0-ACA8-40DD-9700-AB790B46261F}" type="pres">
      <dgm:prSet presAssocID="{44878101-264F-4B84-8970-439B2FB7956D}" presName="imagSh" presStyleLbl="bgImgPlace1" presStyleIdx="2" presStyleCnt="4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lueprint outline"/>
        </a:ext>
      </dgm:extLst>
    </dgm:pt>
    <dgm:pt modelId="{AD6317F6-5965-4523-BFBC-49580DB203F1}" type="pres">
      <dgm:prSet presAssocID="{44878101-264F-4B84-8970-439B2FB7956D}" presName="txNode" presStyleLbl="node1" presStyleIdx="2" presStyleCnt="4">
        <dgm:presLayoutVars>
          <dgm:bulletEnabled val="1"/>
        </dgm:presLayoutVars>
      </dgm:prSet>
      <dgm:spPr/>
    </dgm:pt>
    <dgm:pt modelId="{E7A5D761-DCF9-4DAA-A78F-C07C73CDA977}" type="pres">
      <dgm:prSet presAssocID="{7C80F624-7FD2-4C55-BDF5-D96BE86FB953}" presName="sibTrans" presStyleLbl="sibTrans2D1" presStyleIdx="2" presStyleCnt="3"/>
      <dgm:spPr/>
    </dgm:pt>
    <dgm:pt modelId="{5D095ACF-C4D1-4254-B10E-924992D441C4}" type="pres">
      <dgm:prSet presAssocID="{7C80F624-7FD2-4C55-BDF5-D96BE86FB953}" presName="connTx" presStyleLbl="sibTrans2D1" presStyleIdx="2" presStyleCnt="3"/>
      <dgm:spPr/>
    </dgm:pt>
    <dgm:pt modelId="{BD26020E-7AEF-4B8B-BA2A-B497B7CB99E0}" type="pres">
      <dgm:prSet presAssocID="{72DEC0B5-105E-498C-A5F3-935F3B46CF85}" presName="composite" presStyleCnt="0"/>
      <dgm:spPr/>
    </dgm:pt>
    <dgm:pt modelId="{BB86B901-6FC3-461D-91CC-DC12A7FC7A09}" type="pres">
      <dgm:prSet presAssocID="{72DEC0B5-105E-498C-A5F3-935F3B46CF85}" presName="imagSh" presStyleLbl="bgImgPlace1" presStyleIdx="3" presStyleCnt="4"/>
      <dgm:spPr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arget outline"/>
        </a:ext>
      </dgm:extLst>
    </dgm:pt>
    <dgm:pt modelId="{8EA3A0C4-E859-4C73-ACD8-73CE8821B6DC}" type="pres">
      <dgm:prSet presAssocID="{72DEC0B5-105E-498C-A5F3-935F3B46CF85}" presName="txNode" presStyleLbl="node1" presStyleIdx="3" presStyleCnt="4">
        <dgm:presLayoutVars>
          <dgm:bulletEnabled val="1"/>
        </dgm:presLayoutVars>
      </dgm:prSet>
      <dgm:spPr/>
    </dgm:pt>
  </dgm:ptLst>
  <dgm:cxnLst>
    <dgm:cxn modelId="{11D8330C-9E39-48D4-8DC3-2F984810D743}" srcId="{D5845620-8DCD-453F-B004-6258BBE85C65}" destId="{89DF8CDA-C2FA-40B1-BAF7-D5D4DE3C3AAA}" srcOrd="0" destOrd="0" parTransId="{B7A8B82D-6B37-478A-B54A-6FCBF1F91F71}" sibTransId="{AB1B7541-39C3-4431-B94D-F10D59519D82}"/>
    <dgm:cxn modelId="{7D00130F-44AD-42A3-8469-890F3AEA12F3}" srcId="{44878101-264F-4B84-8970-439B2FB7956D}" destId="{95777060-2825-4003-A5DA-935C66BFF753}" srcOrd="1" destOrd="0" parTransId="{6CF924CF-FDD0-47B2-ADB2-E20F7DF9EF76}" sibTransId="{FD182937-4869-485E-AA65-FDF86AFCA9AC}"/>
    <dgm:cxn modelId="{BB00F911-6AAC-4370-9824-80152117B72E}" type="presOf" srcId="{A32372E9-9D6B-4CFA-8A15-956FB73535D2}" destId="{AD6317F6-5965-4523-BFBC-49580DB203F1}" srcOrd="0" destOrd="1" presId="urn:microsoft.com/office/officeart/2005/8/layout/hProcess10"/>
    <dgm:cxn modelId="{C61A271A-118A-4BD6-BEFF-7ACA08A4DF6A}" type="presOf" srcId="{72DEC0B5-105E-498C-A5F3-935F3B46CF85}" destId="{8EA3A0C4-E859-4C73-ACD8-73CE8821B6DC}" srcOrd="0" destOrd="0" presId="urn:microsoft.com/office/officeart/2005/8/layout/hProcess10"/>
    <dgm:cxn modelId="{6B153C1E-7D02-4F09-9E8E-02F733444CBE}" type="presOf" srcId="{9A4EB06F-32CF-4677-AF70-CE8BA219745D}" destId="{08ABD57E-BCE5-4ED6-8013-D64B752404FD}" srcOrd="0" destOrd="0" presId="urn:microsoft.com/office/officeart/2005/8/layout/hProcess10"/>
    <dgm:cxn modelId="{30350628-0196-465F-B6FA-3827D3B99C16}" srcId="{4A2737FB-3614-4E13-9C11-567DD6F7C7AA}" destId="{D5845620-8DCD-453F-B004-6258BBE85C65}" srcOrd="1" destOrd="0" parTransId="{06DEB956-819F-4C31-9573-1240BEA42AA7}" sibTransId="{9A4EB06F-32CF-4677-AF70-CE8BA219745D}"/>
    <dgm:cxn modelId="{6A2FBC31-2534-41A2-8E84-C38327B5003C}" type="presOf" srcId="{44878101-264F-4B84-8970-439B2FB7956D}" destId="{AD6317F6-5965-4523-BFBC-49580DB203F1}" srcOrd="0" destOrd="0" presId="urn:microsoft.com/office/officeart/2005/8/layout/hProcess10"/>
    <dgm:cxn modelId="{D3AC9733-E954-4148-BC46-95EDBE5C5ED0}" srcId="{4A2737FB-3614-4E13-9C11-567DD6F7C7AA}" destId="{44878101-264F-4B84-8970-439B2FB7956D}" srcOrd="2" destOrd="0" parTransId="{7C6DD623-B75E-4D8E-8272-76B3DB240C00}" sibTransId="{7C80F624-7FD2-4C55-BDF5-D96BE86FB953}"/>
    <dgm:cxn modelId="{742D143A-338D-4891-98C7-9AA3FF95AB94}" srcId="{4A2737FB-3614-4E13-9C11-567DD6F7C7AA}" destId="{51E99F87-E3F5-4354-840F-5CE2D4A67B4D}" srcOrd="0" destOrd="0" parTransId="{8CA57937-A12F-4CF1-BC71-C519D94E8306}" sibTransId="{CB0A4CA0-D1BD-43F0-ADD6-AE1549A9335E}"/>
    <dgm:cxn modelId="{ADC22B3F-B988-43A6-85DA-6D42AB07BC59}" type="presOf" srcId="{89DF8CDA-C2FA-40B1-BAF7-D5D4DE3C3AAA}" destId="{B618BC2A-E702-4FC3-8F52-2340AA62413A}" srcOrd="0" destOrd="1" presId="urn:microsoft.com/office/officeart/2005/8/layout/hProcess10"/>
    <dgm:cxn modelId="{0E297340-D69D-47A4-A22E-9FD64BA1A4C4}" type="presOf" srcId="{7C80F624-7FD2-4C55-BDF5-D96BE86FB953}" destId="{E7A5D761-DCF9-4DAA-A78F-C07C73CDA977}" srcOrd="0" destOrd="0" presId="urn:microsoft.com/office/officeart/2005/8/layout/hProcess10"/>
    <dgm:cxn modelId="{287FFE40-8926-4223-889D-7DF139246EE4}" type="presOf" srcId="{2389344E-986A-4BCF-B7BE-F243706D1841}" destId="{AD6317F6-5965-4523-BFBC-49580DB203F1}" srcOrd="0" destOrd="3" presId="urn:microsoft.com/office/officeart/2005/8/layout/hProcess10"/>
    <dgm:cxn modelId="{3F95315D-0A59-4268-A87E-7B0C77102231}" type="presOf" srcId="{7C80F624-7FD2-4C55-BDF5-D96BE86FB953}" destId="{5D095ACF-C4D1-4254-B10E-924992D441C4}" srcOrd="1" destOrd="0" presId="urn:microsoft.com/office/officeart/2005/8/layout/hProcess10"/>
    <dgm:cxn modelId="{84A8E963-51B4-4423-B7BA-A7D37D1F7A77}" type="presOf" srcId="{51E99F87-E3F5-4354-840F-5CE2D4A67B4D}" destId="{35F64EF0-3CBC-4A7D-86DE-FB8508F9F6D9}" srcOrd="0" destOrd="0" presId="urn:microsoft.com/office/officeart/2005/8/layout/hProcess10"/>
    <dgm:cxn modelId="{A656EC68-C8B4-4A03-9643-226B9413429D}" type="presOf" srcId="{CB0A4CA0-D1BD-43F0-ADD6-AE1549A9335E}" destId="{C18BD847-1285-4431-B159-FB065476054D}" srcOrd="1" destOrd="0" presId="urn:microsoft.com/office/officeart/2005/8/layout/hProcess10"/>
    <dgm:cxn modelId="{C7C4704C-449C-44E8-8DC4-FB41D90914B0}" type="presOf" srcId="{CB0A4CA0-D1BD-43F0-ADD6-AE1549A9335E}" destId="{3C4C8F0F-C271-4113-94E6-082CBB457ACD}" srcOrd="0" destOrd="0" presId="urn:microsoft.com/office/officeart/2005/8/layout/hProcess10"/>
    <dgm:cxn modelId="{0227A86E-E427-4FB2-97CE-85B582205457}" srcId="{72DEC0B5-105E-498C-A5F3-935F3B46CF85}" destId="{E64E91C6-2022-48C7-B295-D1EEB81C7A54}" srcOrd="1" destOrd="0" parTransId="{1FEBFA20-3CE7-4B08-8625-6828BA5886A9}" sibTransId="{6E71720E-8129-478F-A750-56A73ECD712D}"/>
    <dgm:cxn modelId="{8CFC004F-C032-4448-9E08-76AC98BB0D00}" type="presOf" srcId="{8E8DE60C-8690-4770-BD7B-571C884105FE}" destId="{8EA3A0C4-E859-4C73-ACD8-73CE8821B6DC}" srcOrd="0" destOrd="3" presId="urn:microsoft.com/office/officeart/2005/8/layout/hProcess10"/>
    <dgm:cxn modelId="{9B9E4074-8271-4388-AB6E-B8AE80172044}" type="presOf" srcId="{7F71B586-4727-4448-BD7E-8D212CA5E117}" destId="{8EA3A0C4-E859-4C73-ACD8-73CE8821B6DC}" srcOrd="0" destOrd="1" presId="urn:microsoft.com/office/officeart/2005/8/layout/hProcess10"/>
    <dgm:cxn modelId="{F14CC856-46F3-4172-8DF6-E568FC9BD133}" type="presOf" srcId="{F0E1920A-C673-487B-BB6A-A863D94865B1}" destId="{B618BC2A-E702-4FC3-8F52-2340AA62413A}" srcOrd="0" destOrd="2" presId="urn:microsoft.com/office/officeart/2005/8/layout/hProcess10"/>
    <dgm:cxn modelId="{EBF50A78-B4D0-482E-AF2A-DC3A27715774}" type="presOf" srcId="{C3D9BF68-74CE-4808-9870-52844EA98E0C}" destId="{B618BC2A-E702-4FC3-8F52-2340AA62413A}" srcOrd="0" destOrd="3" presId="urn:microsoft.com/office/officeart/2005/8/layout/hProcess10"/>
    <dgm:cxn modelId="{67EC0E82-EDCE-48AD-B55E-AD36EB7FE6E5}" type="presOf" srcId="{4A2737FB-3614-4E13-9C11-567DD6F7C7AA}" destId="{5411A350-2EA3-4F75-A433-9F95DE3C4A91}" srcOrd="0" destOrd="0" presId="urn:microsoft.com/office/officeart/2005/8/layout/hProcess10"/>
    <dgm:cxn modelId="{DD0BA283-35E9-4A1C-8AEF-B7E1E6320A80}" type="presOf" srcId="{A1FB067B-0E43-446F-89ED-9022B406B9DF}" destId="{35F64EF0-3CBC-4A7D-86DE-FB8508F9F6D9}" srcOrd="0" destOrd="4" presId="urn:microsoft.com/office/officeart/2005/8/layout/hProcess10"/>
    <dgm:cxn modelId="{12A58785-D6E6-4BA0-A80F-715EC474C0EC}" srcId="{D5845620-8DCD-453F-B004-6258BBE85C65}" destId="{F0E1920A-C673-487B-BB6A-A863D94865B1}" srcOrd="1" destOrd="0" parTransId="{F12DE718-89EB-4B69-889F-4D5CE426992F}" sibTransId="{676CE59B-AA46-41CF-9ACA-C2694F687165}"/>
    <dgm:cxn modelId="{599D038F-BCE3-41A5-8840-9EA0FDA3200D}" srcId="{72DEC0B5-105E-498C-A5F3-935F3B46CF85}" destId="{8E8DE60C-8690-4770-BD7B-571C884105FE}" srcOrd="2" destOrd="0" parTransId="{2F67899D-4FAB-4A43-A82A-1EE1D17638E0}" sibTransId="{3A97D88C-F8CC-4FA4-B559-8DB801DDB651}"/>
    <dgm:cxn modelId="{AC773890-A689-42EE-AA81-266018BED4EC}" type="presOf" srcId="{D5845620-8DCD-453F-B004-6258BBE85C65}" destId="{B618BC2A-E702-4FC3-8F52-2340AA62413A}" srcOrd="0" destOrd="0" presId="urn:microsoft.com/office/officeart/2005/8/layout/hProcess10"/>
    <dgm:cxn modelId="{D8B71893-3495-4FF4-A9EA-68A37D6283A7}" type="presOf" srcId="{E64E91C6-2022-48C7-B295-D1EEB81C7A54}" destId="{8EA3A0C4-E859-4C73-ACD8-73CE8821B6DC}" srcOrd="0" destOrd="2" presId="urn:microsoft.com/office/officeart/2005/8/layout/hProcess10"/>
    <dgm:cxn modelId="{7B84C89A-0290-4E5E-A247-AB1D4A7C1AEA}" srcId="{44878101-264F-4B84-8970-439B2FB7956D}" destId="{2389344E-986A-4BCF-B7BE-F243706D1841}" srcOrd="2" destOrd="0" parTransId="{09823554-3C54-4519-A736-E6AD3C9C4C29}" sibTransId="{565FF749-3846-4376-BB1E-8747FD856F5F}"/>
    <dgm:cxn modelId="{1707339B-8C8A-4E10-9E72-E57FE7592B9B}" type="presOf" srcId="{95777060-2825-4003-A5DA-935C66BFF753}" destId="{AD6317F6-5965-4523-BFBC-49580DB203F1}" srcOrd="0" destOrd="2" presId="urn:microsoft.com/office/officeart/2005/8/layout/hProcess10"/>
    <dgm:cxn modelId="{D7D4E89C-273C-4C06-ACD3-67B50AED7231}" type="presOf" srcId="{6E35B1CE-1424-4C03-AA5A-B8EEBE2D6083}" destId="{35F64EF0-3CBC-4A7D-86DE-FB8508F9F6D9}" srcOrd="0" destOrd="3" presId="urn:microsoft.com/office/officeart/2005/8/layout/hProcess10"/>
    <dgm:cxn modelId="{F1B88ABC-98CF-4C47-B7B8-DBA13A5B8E19}" srcId="{51E99F87-E3F5-4354-840F-5CE2D4A67B4D}" destId="{2477D4FC-A9B2-434E-93CC-7B5A7D4C0ABE}" srcOrd="0" destOrd="0" parTransId="{2EBF26C5-8359-4255-98E0-4BAC061F6DB5}" sibTransId="{F4AAAE7D-E301-4D4E-920D-B130F5333BA9}"/>
    <dgm:cxn modelId="{BBC7D3BE-B98E-43D6-B1C7-C681584A1398}" srcId="{51E99F87-E3F5-4354-840F-5CE2D4A67B4D}" destId="{6E35B1CE-1424-4C03-AA5A-B8EEBE2D6083}" srcOrd="2" destOrd="0" parTransId="{80EB5F86-3D96-48D6-B8E0-C4F731F725BD}" sibTransId="{7E42F07D-D297-404C-9F9D-1D37FCEB7EAC}"/>
    <dgm:cxn modelId="{59B96CC0-21B8-4D86-BA8C-7DA5550005EE}" srcId="{51E99F87-E3F5-4354-840F-5CE2D4A67B4D}" destId="{A1FB067B-0E43-446F-89ED-9022B406B9DF}" srcOrd="3" destOrd="0" parTransId="{76DB23F0-EFB2-4B9C-8267-83A1FD93B350}" sibTransId="{EEF96A89-0718-4696-A1E0-E4F21A6567C4}"/>
    <dgm:cxn modelId="{80D765C9-8AA8-47D3-A600-595F4326F633}" srcId="{51E99F87-E3F5-4354-840F-5CE2D4A67B4D}" destId="{C15CFD1F-7D11-4DB9-A145-90C3D19EBA5E}" srcOrd="1" destOrd="0" parTransId="{29D98BBB-08EE-4E91-82FB-D79483BD435F}" sibTransId="{274D5393-63A2-4F71-968B-567175FAB321}"/>
    <dgm:cxn modelId="{3D38C8C9-2BEC-4A97-872E-4D7D5F908339}" type="presOf" srcId="{2477D4FC-A9B2-434E-93CC-7B5A7D4C0ABE}" destId="{35F64EF0-3CBC-4A7D-86DE-FB8508F9F6D9}" srcOrd="0" destOrd="1" presId="urn:microsoft.com/office/officeart/2005/8/layout/hProcess10"/>
    <dgm:cxn modelId="{113CE9D2-7EDB-4438-8232-BCC6313956F5}" srcId="{D5845620-8DCD-453F-B004-6258BBE85C65}" destId="{C3D9BF68-74CE-4808-9870-52844EA98E0C}" srcOrd="2" destOrd="0" parTransId="{1BB24154-6312-4178-BF02-30FA9D80F389}" sibTransId="{539E4935-5B05-4709-9678-3C7AEBFDD2BA}"/>
    <dgm:cxn modelId="{EFC98CD9-C866-4E84-BC53-33F6A8DF44D4}" type="presOf" srcId="{C15CFD1F-7D11-4DB9-A145-90C3D19EBA5E}" destId="{35F64EF0-3CBC-4A7D-86DE-FB8508F9F6D9}" srcOrd="0" destOrd="2" presId="urn:microsoft.com/office/officeart/2005/8/layout/hProcess10"/>
    <dgm:cxn modelId="{C4F974E8-EE26-4BF7-A339-62E0CA805BDB}" srcId="{72DEC0B5-105E-498C-A5F3-935F3B46CF85}" destId="{7F71B586-4727-4448-BD7E-8D212CA5E117}" srcOrd="0" destOrd="0" parTransId="{83A5FE13-BD67-40C5-8D75-611F47C342A5}" sibTransId="{5BC9D704-1064-43C8-A735-1A667118AAA1}"/>
    <dgm:cxn modelId="{C29C17F2-0AE4-4B05-A89B-8160DE494A34}" type="presOf" srcId="{9A4EB06F-32CF-4677-AF70-CE8BA219745D}" destId="{1DC491A6-5C16-4287-BA1C-D3605B97AAED}" srcOrd="1" destOrd="0" presId="urn:microsoft.com/office/officeart/2005/8/layout/hProcess10"/>
    <dgm:cxn modelId="{DD5132F6-6E1E-4FEF-B26E-85E5C76AF600}" srcId="{4A2737FB-3614-4E13-9C11-567DD6F7C7AA}" destId="{72DEC0B5-105E-498C-A5F3-935F3B46CF85}" srcOrd="3" destOrd="0" parTransId="{AC41DA78-492E-4F82-8B85-752461068A45}" sibTransId="{7B621277-8A0A-489A-88CC-76EDDE25B993}"/>
    <dgm:cxn modelId="{AC849FFD-8219-497A-BC54-3509B703782D}" srcId="{44878101-264F-4B84-8970-439B2FB7956D}" destId="{A32372E9-9D6B-4CFA-8A15-956FB73535D2}" srcOrd="0" destOrd="0" parTransId="{EACF2739-7FF8-40B5-942B-172A889F881F}" sibTransId="{3A3FB411-05BA-4592-8EF0-01D306E32E03}"/>
    <dgm:cxn modelId="{0453D489-0928-4774-98E1-42F75D826040}" type="presParOf" srcId="{5411A350-2EA3-4F75-A433-9F95DE3C4A91}" destId="{A01B39C4-089B-40FB-912A-3D35E713FBFD}" srcOrd="0" destOrd="0" presId="urn:microsoft.com/office/officeart/2005/8/layout/hProcess10"/>
    <dgm:cxn modelId="{61E5BFCA-96CB-4FEE-89C5-28D5ECC1F327}" type="presParOf" srcId="{A01B39C4-089B-40FB-912A-3D35E713FBFD}" destId="{8628E0E9-3CE5-4062-A9FA-1E0AD0F09D36}" srcOrd="0" destOrd="0" presId="urn:microsoft.com/office/officeart/2005/8/layout/hProcess10"/>
    <dgm:cxn modelId="{7D65B7D0-40FC-4090-8D92-0C9D0A434CAC}" type="presParOf" srcId="{A01B39C4-089B-40FB-912A-3D35E713FBFD}" destId="{35F64EF0-3CBC-4A7D-86DE-FB8508F9F6D9}" srcOrd="1" destOrd="0" presId="urn:microsoft.com/office/officeart/2005/8/layout/hProcess10"/>
    <dgm:cxn modelId="{2EA6787A-BA78-4465-8B57-3F58C9FE98A7}" type="presParOf" srcId="{5411A350-2EA3-4F75-A433-9F95DE3C4A91}" destId="{3C4C8F0F-C271-4113-94E6-082CBB457ACD}" srcOrd="1" destOrd="0" presId="urn:microsoft.com/office/officeart/2005/8/layout/hProcess10"/>
    <dgm:cxn modelId="{C615BAE6-DC0D-4C77-A71F-BAE4332A94EC}" type="presParOf" srcId="{3C4C8F0F-C271-4113-94E6-082CBB457ACD}" destId="{C18BD847-1285-4431-B159-FB065476054D}" srcOrd="0" destOrd="0" presId="urn:microsoft.com/office/officeart/2005/8/layout/hProcess10"/>
    <dgm:cxn modelId="{647E2BD4-F52D-4DFE-AF70-42C6D6DEB68F}" type="presParOf" srcId="{5411A350-2EA3-4F75-A433-9F95DE3C4A91}" destId="{DD123190-3F2B-4F5D-A6BC-ABB1CBB7FF79}" srcOrd="2" destOrd="0" presId="urn:microsoft.com/office/officeart/2005/8/layout/hProcess10"/>
    <dgm:cxn modelId="{5C6AAB29-3111-4F34-9593-4664CBF9A4E9}" type="presParOf" srcId="{DD123190-3F2B-4F5D-A6BC-ABB1CBB7FF79}" destId="{6FFFE9E0-0AAF-4BCB-8629-E7154493B1C8}" srcOrd="0" destOrd="0" presId="urn:microsoft.com/office/officeart/2005/8/layout/hProcess10"/>
    <dgm:cxn modelId="{5FEE34CA-35E8-4AF8-A5CB-7E17153F62D5}" type="presParOf" srcId="{DD123190-3F2B-4F5D-A6BC-ABB1CBB7FF79}" destId="{B618BC2A-E702-4FC3-8F52-2340AA62413A}" srcOrd="1" destOrd="0" presId="urn:microsoft.com/office/officeart/2005/8/layout/hProcess10"/>
    <dgm:cxn modelId="{A3A27BDF-8882-487E-A988-F29E46C5E274}" type="presParOf" srcId="{5411A350-2EA3-4F75-A433-9F95DE3C4A91}" destId="{08ABD57E-BCE5-4ED6-8013-D64B752404FD}" srcOrd="3" destOrd="0" presId="urn:microsoft.com/office/officeart/2005/8/layout/hProcess10"/>
    <dgm:cxn modelId="{DDEB45D3-AC21-45C7-9C82-D9F77DA6E487}" type="presParOf" srcId="{08ABD57E-BCE5-4ED6-8013-D64B752404FD}" destId="{1DC491A6-5C16-4287-BA1C-D3605B97AAED}" srcOrd="0" destOrd="0" presId="urn:microsoft.com/office/officeart/2005/8/layout/hProcess10"/>
    <dgm:cxn modelId="{CF01DCEC-20BE-4145-8252-4E34C97BAF84}" type="presParOf" srcId="{5411A350-2EA3-4F75-A433-9F95DE3C4A91}" destId="{1141283D-6BB1-419F-8EAD-4AA9AF5CC3D6}" srcOrd="4" destOrd="0" presId="urn:microsoft.com/office/officeart/2005/8/layout/hProcess10"/>
    <dgm:cxn modelId="{D965FD94-ADBD-4A52-A586-8B290D462DB8}" type="presParOf" srcId="{1141283D-6BB1-419F-8EAD-4AA9AF5CC3D6}" destId="{F8CA86C0-ACA8-40DD-9700-AB790B46261F}" srcOrd="0" destOrd="0" presId="urn:microsoft.com/office/officeart/2005/8/layout/hProcess10"/>
    <dgm:cxn modelId="{2D94E6DB-3EE1-4952-B6F7-FBDF77862D09}" type="presParOf" srcId="{1141283D-6BB1-419F-8EAD-4AA9AF5CC3D6}" destId="{AD6317F6-5965-4523-BFBC-49580DB203F1}" srcOrd="1" destOrd="0" presId="urn:microsoft.com/office/officeart/2005/8/layout/hProcess10"/>
    <dgm:cxn modelId="{C664378C-BD9F-42D6-BDB6-B53456EBDD16}" type="presParOf" srcId="{5411A350-2EA3-4F75-A433-9F95DE3C4A91}" destId="{E7A5D761-DCF9-4DAA-A78F-C07C73CDA977}" srcOrd="5" destOrd="0" presId="urn:microsoft.com/office/officeart/2005/8/layout/hProcess10"/>
    <dgm:cxn modelId="{D20BCFAC-3121-415A-BBEB-E9FCA04FF3C3}" type="presParOf" srcId="{E7A5D761-DCF9-4DAA-A78F-C07C73CDA977}" destId="{5D095ACF-C4D1-4254-B10E-924992D441C4}" srcOrd="0" destOrd="0" presId="urn:microsoft.com/office/officeart/2005/8/layout/hProcess10"/>
    <dgm:cxn modelId="{21EF7F96-2899-4C18-A4EC-2B64AF3E4F27}" type="presParOf" srcId="{5411A350-2EA3-4F75-A433-9F95DE3C4A91}" destId="{BD26020E-7AEF-4B8B-BA2A-B497B7CB99E0}" srcOrd="6" destOrd="0" presId="urn:microsoft.com/office/officeart/2005/8/layout/hProcess10"/>
    <dgm:cxn modelId="{266EEFE9-85F7-4BD2-9480-BDE013063C3F}" type="presParOf" srcId="{BD26020E-7AEF-4B8B-BA2A-B497B7CB99E0}" destId="{BB86B901-6FC3-461D-91CC-DC12A7FC7A09}" srcOrd="0" destOrd="0" presId="urn:microsoft.com/office/officeart/2005/8/layout/hProcess10"/>
    <dgm:cxn modelId="{2A7BD1AF-46E1-453A-9217-7CB8B53FAC23}" type="presParOf" srcId="{BD26020E-7AEF-4B8B-BA2A-B497B7CB99E0}" destId="{8EA3A0C4-E859-4C73-ACD8-73CE8821B6DC}" srcOrd="1" destOrd="0" presId="urn:microsoft.com/office/officeart/2005/8/layout/hProcess10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FBEBABC-22AC-40EC-A83D-F49FA47FFEEB}" type="doc">
      <dgm:prSet loTypeId="urn:microsoft.com/office/officeart/2005/8/layout/vList5" loCatId="list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AE"/>
        </a:p>
      </dgm:t>
    </dgm:pt>
    <dgm:pt modelId="{E7DF26D3-DD4C-4F95-8E44-A8150C934718}">
      <dgm:prSet phldrT="[Text]"/>
      <dgm:spPr/>
      <dgm:t>
        <a:bodyPr/>
        <a:lstStyle/>
        <a:p>
          <a:r>
            <a:rPr lang="en-US" dirty="0">
              <a:latin typeface="Aptos" panose="020B0004020202020204" pitchFamily="34" charset="0"/>
            </a:rPr>
            <a:t>Web Tier </a:t>
          </a:r>
        </a:p>
        <a:p>
          <a:r>
            <a:rPr lang="en-US" dirty="0">
              <a:latin typeface="Aptos" panose="020B0004020202020204" pitchFamily="34" charset="0"/>
            </a:rPr>
            <a:t>(Public Subnets)</a:t>
          </a:r>
          <a:endParaRPr lang="en-AE" dirty="0">
            <a:latin typeface="Aptos" panose="020B0004020202020204" pitchFamily="34" charset="0"/>
          </a:endParaRPr>
        </a:p>
      </dgm:t>
    </dgm:pt>
    <dgm:pt modelId="{FBE725CC-E9B8-4AA5-A5F9-954410358245}" type="parTrans" cxnId="{E5408A71-FB93-44F8-9511-1DE292F537C2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0601FA12-142A-4F86-8219-D04C6299DEE8}" type="sibTrans" cxnId="{E5408A71-FB93-44F8-9511-1DE292F537C2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E6F7C79F-0A8F-4B98-AA62-8C2220BB526E}">
      <dgm:prSet phldrT="[Text]"/>
      <dgm:spPr/>
      <dgm:t>
        <a:bodyPr/>
        <a:lstStyle/>
        <a:p>
          <a:pPr>
            <a:buNone/>
          </a:pPr>
          <a:r>
            <a:rPr lang="en-US" b="1" dirty="0">
              <a:latin typeface="Aptos" panose="020B0004020202020204" pitchFamily="34" charset="0"/>
            </a:rPr>
            <a:t>Capital One AWS Breach (2019)</a:t>
          </a:r>
          <a:endParaRPr lang="en-AE" b="1" dirty="0">
            <a:latin typeface="Aptos" panose="020B0004020202020204" pitchFamily="34" charset="0"/>
          </a:endParaRPr>
        </a:p>
      </dgm:t>
    </dgm:pt>
    <dgm:pt modelId="{5471C91E-DD73-46D2-B687-6ACEF2AF5E2B}" type="parTrans" cxnId="{6C8CFF2A-7C1B-496B-916B-2917B362AA29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2562ED70-2F50-4E7B-B0C2-151E57EC5B53}" type="sibTrans" cxnId="{6C8CFF2A-7C1B-496B-916B-2917B362AA29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BF37AF1E-A8B5-4436-9154-17A95EAD390A}">
      <dgm:prSet phldrT="[Text]"/>
      <dgm:spPr/>
      <dgm:t>
        <a:bodyPr/>
        <a:lstStyle/>
        <a:p>
          <a:r>
            <a:rPr lang="en-US" dirty="0">
              <a:latin typeface="Aptos" panose="020B0004020202020204" pitchFamily="34" charset="0"/>
            </a:rPr>
            <a:t>A Web Application Firewall (WAF) </a:t>
          </a:r>
          <a:r>
            <a:rPr lang="en-US" b="1" dirty="0">
              <a:latin typeface="Aptos" panose="020B0004020202020204" pitchFamily="34" charset="0"/>
            </a:rPr>
            <a:t>misconfiguration</a:t>
          </a:r>
          <a:r>
            <a:rPr lang="en-US" dirty="0">
              <a:latin typeface="Aptos" panose="020B0004020202020204" pitchFamily="34" charset="0"/>
            </a:rPr>
            <a:t> enabled an </a:t>
          </a:r>
          <a:r>
            <a:rPr lang="en-US" dirty="0" err="1">
              <a:latin typeface="Aptos" panose="020B0004020202020204" pitchFamily="34" charset="0"/>
            </a:rPr>
            <a:t>ServerS</a:t>
          </a:r>
          <a:r>
            <a:rPr lang="en-US" dirty="0">
              <a:latin typeface="Aptos" panose="020B0004020202020204" pitchFamily="34" charset="0"/>
            </a:rPr>
            <a:t> ide Request Forgery (SSRF) attack, exposing sensitive data from the public-facing tier.</a:t>
          </a:r>
          <a:endParaRPr lang="en-AE" dirty="0">
            <a:latin typeface="Aptos" panose="020B0004020202020204" pitchFamily="34" charset="0"/>
          </a:endParaRPr>
        </a:p>
      </dgm:t>
    </dgm:pt>
    <dgm:pt modelId="{D85117E1-530F-4770-8E25-B8C24F4BFC40}" type="parTrans" cxnId="{22F12D47-20E1-4A5E-9438-D3B87B7AE799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8C3E8C0B-3393-4A22-827D-7D6F84E32CCA}" type="sibTrans" cxnId="{22F12D47-20E1-4A5E-9438-D3B87B7AE799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CD001FCB-D36A-4139-991B-84941E71A190}">
      <dgm:prSet phldrT="[Text]"/>
      <dgm:spPr/>
      <dgm:t>
        <a:bodyPr/>
        <a:lstStyle/>
        <a:p>
          <a:r>
            <a:rPr lang="en-US" dirty="0">
              <a:latin typeface="Aptos" panose="020B0004020202020204" pitchFamily="34" charset="0"/>
            </a:rPr>
            <a:t>App Tier </a:t>
          </a:r>
        </a:p>
        <a:p>
          <a:r>
            <a:rPr lang="en-US" dirty="0">
              <a:latin typeface="Aptos" panose="020B0004020202020204" pitchFamily="34" charset="0"/>
            </a:rPr>
            <a:t>(Private Subnets)</a:t>
          </a:r>
          <a:endParaRPr lang="en-AE" dirty="0">
            <a:latin typeface="Aptos" panose="020B0004020202020204" pitchFamily="34" charset="0"/>
          </a:endParaRPr>
        </a:p>
      </dgm:t>
    </dgm:pt>
    <dgm:pt modelId="{3E70194A-399E-4F45-8BDD-F7DAC620DDC4}" type="parTrans" cxnId="{2B8416F8-649C-43F3-A6EE-0EDD4892F7F6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01256A10-41D1-45E4-BF7D-0E4B30848502}" type="sibTrans" cxnId="{2B8416F8-649C-43F3-A6EE-0EDD4892F7F6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2C1DBAF7-C407-42EA-9AAC-DF45F4147127}">
      <dgm:prSet phldrT="[Text]"/>
      <dgm:spPr/>
      <dgm:t>
        <a:bodyPr/>
        <a:lstStyle/>
        <a:p>
          <a:pPr>
            <a:buNone/>
          </a:pPr>
          <a:r>
            <a:rPr lang="en-US" b="1" dirty="0">
              <a:latin typeface="Aptos" panose="020B0004020202020204" pitchFamily="34" charset="0"/>
            </a:rPr>
            <a:t>Tesla Kubernetes Console Exposure (2018)</a:t>
          </a:r>
          <a:endParaRPr lang="en-AE" b="1" dirty="0">
            <a:latin typeface="Aptos" panose="020B0004020202020204" pitchFamily="34" charset="0"/>
          </a:endParaRPr>
        </a:p>
      </dgm:t>
    </dgm:pt>
    <dgm:pt modelId="{BB15F0FE-1421-429E-BA72-42C1AC10B10F}" type="parTrans" cxnId="{4AD94F0F-5854-40E6-B416-1ED47A869EBA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595116F2-46AF-4205-827C-4951AB583C5D}" type="sibTrans" cxnId="{4AD94F0F-5854-40E6-B416-1ED47A869EBA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923FECCC-D649-4908-8E3D-43EA6BCBFE31}">
      <dgm:prSet phldrT="[Text]"/>
      <dgm:spPr/>
      <dgm:t>
        <a:bodyPr/>
        <a:lstStyle/>
        <a:p>
          <a:r>
            <a:rPr lang="en-US" dirty="0">
              <a:latin typeface="Aptos" panose="020B0004020202020204" pitchFamily="34" charset="0"/>
            </a:rPr>
            <a:t>An unsecured Kubernetes admin console in a private subnet allowed attackers to deploy cryptojacking workloads and move laterally into Tesla’s application tier.</a:t>
          </a:r>
          <a:endParaRPr lang="en-AE" dirty="0">
            <a:latin typeface="Aptos" panose="020B0004020202020204" pitchFamily="34" charset="0"/>
          </a:endParaRPr>
        </a:p>
      </dgm:t>
    </dgm:pt>
    <dgm:pt modelId="{5837B5A4-28DD-41F1-94E7-74D59BC817F3}" type="parTrans" cxnId="{DC25A894-D30D-40E1-BF2B-17AEED488DA1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6A05BE2A-F300-45E0-96B2-CF07FA2973E0}" type="sibTrans" cxnId="{DC25A894-D30D-40E1-BF2B-17AEED488DA1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D8B01CD8-4219-47CB-950D-9956533FBB36}">
      <dgm:prSet phldrT="[Text]" phldr="0"/>
      <dgm:spPr/>
      <dgm:t>
        <a:bodyPr/>
        <a:lstStyle/>
        <a:p>
          <a:r>
            <a:rPr lang="en-US" dirty="0">
              <a:latin typeface="Aptos" panose="020B0004020202020204" pitchFamily="34" charset="0"/>
            </a:rPr>
            <a:t>Cross Tier Movement</a:t>
          </a:r>
          <a:endParaRPr lang="en-AE" dirty="0">
            <a:latin typeface="Aptos" panose="020B0004020202020204" pitchFamily="34" charset="0"/>
          </a:endParaRPr>
        </a:p>
      </dgm:t>
    </dgm:pt>
    <dgm:pt modelId="{4911D338-5384-418F-B32C-166AB2B15FD4}" type="parTrans" cxnId="{BC39DD89-FBA7-4F6C-9780-4C1893C14C8C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80C737DA-8218-44F8-9663-53FF6530A16B}" type="sibTrans" cxnId="{BC39DD89-FBA7-4F6C-9780-4C1893C14C8C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19388146-308F-4A0C-927E-F76458D44515}">
      <dgm:prSet phldrT="[Text]"/>
      <dgm:spPr/>
      <dgm:t>
        <a:bodyPr/>
        <a:lstStyle/>
        <a:p>
          <a:pPr>
            <a:buNone/>
          </a:pPr>
          <a:r>
            <a:rPr lang="en-US" b="1" dirty="0">
              <a:latin typeface="Aptos" panose="020B0004020202020204" pitchFamily="34" charset="0"/>
            </a:rPr>
            <a:t>Verizon AWS S3 Leak (2017)</a:t>
          </a:r>
          <a:endParaRPr lang="en-AE" b="1" dirty="0">
            <a:latin typeface="Aptos" panose="020B0004020202020204" pitchFamily="34" charset="0"/>
          </a:endParaRPr>
        </a:p>
      </dgm:t>
    </dgm:pt>
    <dgm:pt modelId="{0C98C44F-2E6A-4467-9B1A-D91C6C59E797}" type="parTrans" cxnId="{D1B92B32-B8D9-4D0C-BD8B-A7593A10612A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0AA59727-7F96-4C41-9B20-A849CE2DF550}" type="sibTrans" cxnId="{D1B92B32-B8D9-4D0C-BD8B-A7593A10612A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F20BC842-EB12-459F-B704-6E4DB929F656}">
      <dgm:prSet phldrT="[Text]"/>
      <dgm:spPr/>
      <dgm:t>
        <a:bodyPr/>
        <a:lstStyle/>
        <a:p>
          <a:r>
            <a:rPr lang="en-US" dirty="0">
              <a:latin typeface="Aptos" panose="020B0004020202020204" pitchFamily="34" charset="0"/>
            </a:rPr>
            <a:t>Misconfigured S3 permissions enabled lateral movement from log files to sensitive customer data</a:t>
          </a:r>
          <a:endParaRPr lang="en-AE" dirty="0">
            <a:latin typeface="Aptos" panose="020B0004020202020204" pitchFamily="34" charset="0"/>
          </a:endParaRPr>
        </a:p>
      </dgm:t>
    </dgm:pt>
    <dgm:pt modelId="{C7A1A018-8004-4063-AC46-DA32B578DB57}" type="parTrans" cxnId="{D589B1D1-4EB9-4315-84D8-5D3AD9FDF976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C1252AED-C431-4D2E-8E1C-4949E34E6955}" type="sibTrans" cxnId="{D589B1D1-4EB9-4315-84D8-5D3AD9FDF976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AF7F09FA-F2BC-4AAE-A874-3B7FBD1EF1FF}">
      <dgm:prSet/>
      <dgm:spPr/>
      <dgm:t>
        <a:bodyPr/>
        <a:lstStyle/>
        <a:p>
          <a:pPr marL="0" lvl="0" indent="0" defTabSz="977900">
            <a:spcBef>
              <a:spcPct val="0"/>
            </a:spcBef>
            <a:spcAft>
              <a:spcPct val="35000"/>
            </a:spcAft>
            <a:buNone/>
          </a:pPr>
          <a:r>
            <a:rPr lang="en-AE" kern="1200">
              <a:latin typeface="Aptos" panose="020B0004020202020204" pitchFamily="34" charset="0"/>
              <a:ea typeface="+mn-ea"/>
              <a:cs typeface="+mn-cs"/>
            </a:rPr>
            <a:t>Data Tier </a:t>
          </a:r>
        </a:p>
        <a:p>
          <a:pPr marL="0" lvl="0" indent="0" defTabSz="977900">
            <a:spcBef>
              <a:spcPct val="0"/>
            </a:spcBef>
            <a:spcAft>
              <a:spcPct val="35000"/>
            </a:spcAft>
            <a:buNone/>
          </a:pPr>
          <a:r>
            <a:rPr lang="en-AE" kern="1200">
              <a:latin typeface="Aptos" panose="020B0004020202020204" pitchFamily="34" charset="0"/>
              <a:ea typeface="+mn-ea"/>
              <a:cs typeface="+mn-cs"/>
            </a:rPr>
            <a:t>(Restricted Subnets)</a:t>
          </a:r>
        </a:p>
      </dgm:t>
    </dgm:pt>
    <dgm:pt modelId="{9AD7271F-680E-4239-B506-3F17645EE657}" type="parTrans" cxnId="{F7297D27-CEB9-455F-AB94-A8252B2E875F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C1EC2415-AB6D-4E89-867E-B09F1CEB4423}" type="sibTrans" cxnId="{F7297D27-CEB9-455F-AB94-A8252B2E875F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D26B75E3-D7AA-4F7B-A3D2-86E6129186EC}">
      <dgm:prSet/>
      <dgm:spPr/>
      <dgm:t>
        <a:bodyPr/>
        <a:lstStyle/>
        <a:p>
          <a:pPr marL="0" lvl="0" indent="0" defTabSz="977900">
            <a:spcBef>
              <a:spcPct val="0"/>
            </a:spcBef>
            <a:spcAft>
              <a:spcPct val="35000"/>
            </a:spcAft>
            <a:buNone/>
          </a:pPr>
          <a:r>
            <a:rPr lang="en-AE" b="1" kern="1200"/>
            <a:t>MongoDB Cloud Exposures (2017)</a:t>
          </a:r>
          <a:endParaRPr lang="en-AE" kern="1200">
            <a:latin typeface="Aptos" panose="020B0004020202020204" pitchFamily="34" charset="0"/>
            <a:ea typeface="+mn-ea"/>
            <a:cs typeface="+mn-cs"/>
          </a:endParaRPr>
        </a:p>
      </dgm:t>
    </dgm:pt>
    <dgm:pt modelId="{113070B5-1B91-4E51-A074-CF21D8F49A33}" type="parTrans" cxnId="{399938CE-AF72-4A6B-A382-07B02B49E960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A82457B3-7257-4C10-B023-8A8A31F6958F}" type="sibTrans" cxnId="{399938CE-AF72-4A6B-A382-07B02B49E960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2BCBAC4D-6434-4652-9E50-49760C44135B}">
      <dgm:prSet/>
      <dgm:spPr/>
      <dgm:t>
        <a:bodyPr/>
        <a:lstStyle/>
        <a:p>
          <a:pPr marL="0" lvl="0" indent="0" defTabSz="977900"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Char char="•"/>
          </a:pPr>
          <a:r>
            <a:rPr lang="en-US" kern="1200">
              <a:latin typeface="Aptos" panose="020B0004020202020204" pitchFamily="34" charset="0"/>
              <a:ea typeface="+mn-ea"/>
              <a:cs typeface="+mn-cs"/>
            </a:rPr>
            <a:t>The exposure of thousands of misconfigured MongoDB instances within cloud VPCs resulted in large-scale data theft and widespread ransom extortion</a:t>
          </a:r>
          <a:endParaRPr lang="en-AE" kern="1200">
            <a:latin typeface="Aptos" panose="020B0004020202020204" pitchFamily="34" charset="0"/>
            <a:ea typeface="+mn-ea"/>
            <a:cs typeface="+mn-cs"/>
          </a:endParaRPr>
        </a:p>
      </dgm:t>
    </dgm:pt>
    <dgm:pt modelId="{9AE75E89-AB32-4843-8375-C8FB07DF9649}" type="parTrans" cxnId="{21FF080F-F5B4-494F-AA4D-EBD4666D390C}">
      <dgm:prSet/>
      <dgm:spPr/>
      <dgm:t>
        <a:bodyPr/>
        <a:lstStyle/>
        <a:p>
          <a:endParaRPr lang="en-AE"/>
        </a:p>
      </dgm:t>
    </dgm:pt>
    <dgm:pt modelId="{7FDEFAD2-FDCF-45D5-9E01-DD046542B694}" type="sibTrans" cxnId="{21FF080F-F5B4-494F-AA4D-EBD4666D390C}">
      <dgm:prSet/>
      <dgm:spPr/>
      <dgm:t>
        <a:bodyPr/>
        <a:lstStyle/>
        <a:p>
          <a:endParaRPr lang="en-AE"/>
        </a:p>
      </dgm:t>
    </dgm:pt>
    <dgm:pt modelId="{3A433FC8-9029-43E1-AEF4-D3CE64DB1EA9}" type="pres">
      <dgm:prSet presAssocID="{CFBEBABC-22AC-40EC-A83D-F49FA47FFEEB}" presName="Name0" presStyleCnt="0">
        <dgm:presLayoutVars>
          <dgm:dir/>
          <dgm:animLvl val="lvl"/>
          <dgm:resizeHandles val="exact"/>
        </dgm:presLayoutVars>
      </dgm:prSet>
      <dgm:spPr/>
    </dgm:pt>
    <dgm:pt modelId="{23E1A636-2336-4609-A2B6-967FAA1D68DC}" type="pres">
      <dgm:prSet presAssocID="{E7DF26D3-DD4C-4F95-8E44-A8150C934718}" presName="linNode" presStyleCnt="0"/>
      <dgm:spPr/>
    </dgm:pt>
    <dgm:pt modelId="{B1B5EA74-55E8-49CC-B7DA-CBDF61B2BEC0}" type="pres">
      <dgm:prSet presAssocID="{E7DF26D3-DD4C-4F95-8E44-A8150C934718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65978F16-AA66-4A1C-8CBF-472D9A53B22B}" type="pres">
      <dgm:prSet presAssocID="{E7DF26D3-DD4C-4F95-8E44-A8150C934718}" presName="descendantText" presStyleLbl="alignAccFollowNode1" presStyleIdx="0" presStyleCnt="4">
        <dgm:presLayoutVars>
          <dgm:bulletEnabled val="1"/>
        </dgm:presLayoutVars>
      </dgm:prSet>
      <dgm:spPr/>
    </dgm:pt>
    <dgm:pt modelId="{021835BC-A8ED-45F9-AE3D-CD65F95EDEB6}" type="pres">
      <dgm:prSet presAssocID="{0601FA12-142A-4F86-8219-D04C6299DEE8}" presName="sp" presStyleCnt="0"/>
      <dgm:spPr/>
    </dgm:pt>
    <dgm:pt modelId="{1E66BFF2-C1DF-4D9F-91B3-65BD91B96424}" type="pres">
      <dgm:prSet presAssocID="{CD001FCB-D36A-4139-991B-84941E71A190}" presName="linNode" presStyleCnt="0"/>
      <dgm:spPr/>
    </dgm:pt>
    <dgm:pt modelId="{36DB553F-E0BB-4FD1-97CE-87C1684FB2D7}" type="pres">
      <dgm:prSet presAssocID="{CD001FCB-D36A-4139-991B-84941E71A190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16D5BF33-2F94-40ED-AABD-CAC126C400A9}" type="pres">
      <dgm:prSet presAssocID="{CD001FCB-D36A-4139-991B-84941E71A190}" presName="descendantText" presStyleLbl="alignAccFollowNode1" presStyleIdx="1" presStyleCnt="4">
        <dgm:presLayoutVars>
          <dgm:bulletEnabled val="1"/>
        </dgm:presLayoutVars>
      </dgm:prSet>
      <dgm:spPr/>
    </dgm:pt>
    <dgm:pt modelId="{463497A7-7FFF-410C-91C1-147E39DDB2F7}" type="pres">
      <dgm:prSet presAssocID="{01256A10-41D1-45E4-BF7D-0E4B30848502}" presName="sp" presStyleCnt="0"/>
      <dgm:spPr/>
    </dgm:pt>
    <dgm:pt modelId="{94640B32-7A75-45FB-9B96-C1C68051F39D}" type="pres">
      <dgm:prSet presAssocID="{AF7F09FA-F2BC-4AAE-A874-3B7FBD1EF1FF}" presName="linNode" presStyleCnt="0"/>
      <dgm:spPr/>
    </dgm:pt>
    <dgm:pt modelId="{EBDB5F3A-8E4D-4FC8-9CB3-EFBD2B053B11}" type="pres">
      <dgm:prSet presAssocID="{AF7F09FA-F2BC-4AAE-A874-3B7FBD1EF1FF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25E65941-4292-406A-86D3-7248048D59AD}" type="pres">
      <dgm:prSet presAssocID="{AF7F09FA-F2BC-4AAE-A874-3B7FBD1EF1FF}" presName="descendantText" presStyleLbl="alignAccFollowNode1" presStyleIdx="2" presStyleCnt="4">
        <dgm:presLayoutVars>
          <dgm:bulletEnabled val="1"/>
        </dgm:presLayoutVars>
      </dgm:prSet>
      <dgm:spPr/>
    </dgm:pt>
    <dgm:pt modelId="{3BEF2139-4168-4F3A-B25F-6D1BFEF7AECB}" type="pres">
      <dgm:prSet presAssocID="{C1EC2415-AB6D-4E89-867E-B09F1CEB4423}" presName="sp" presStyleCnt="0"/>
      <dgm:spPr/>
    </dgm:pt>
    <dgm:pt modelId="{48ECF3B4-B729-4C1D-9D60-E4EAAA0C56E8}" type="pres">
      <dgm:prSet presAssocID="{D8B01CD8-4219-47CB-950D-9956533FBB36}" presName="linNode" presStyleCnt="0"/>
      <dgm:spPr/>
    </dgm:pt>
    <dgm:pt modelId="{741B899C-FD57-4825-9852-D53EDE0A1B39}" type="pres">
      <dgm:prSet presAssocID="{D8B01CD8-4219-47CB-950D-9956533FBB36}" presName="parentText" presStyleLbl="node1" presStyleIdx="3" presStyleCnt="4">
        <dgm:presLayoutVars>
          <dgm:chMax val="1"/>
          <dgm:bulletEnabled val="1"/>
        </dgm:presLayoutVars>
      </dgm:prSet>
      <dgm:spPr/>
    </dgm:pt>
    <dgm:pt modelId="{FFE1993E-9FAC-4D1A-BD5E-5487B618C8D0}" type="pres">
      <dgm:prSet presAssocID="{D8B01CD8-4219-47CB-950D-9956533FBB36}" presName="descendantText" presStyleLbl="alignAccFollowNode1" presStyleIdx="3" presStyleCnt="4">
        <dgm:presLayoutVars>
          <dgm:bulletEnabled val="1"/>
        </dgm:presLayoutVars>
      </dgm:prSet>
      <dgm:spPr/>
    </dgm:pt>
  </dgm:ptLst>
  <dgm:cxnLst>
    <dgm:cxn modelId="{0C35380B-1033-42CB-8F1A-989D62DE055E}" type="presOf" srcId="{BF37AF1E-A8B5-4436-9154-17A95EAD390A}" destId="{65978F16-AA66-4A1C-8CBF-472D9A53B22B}" srcOrd="0" destOrd="1" presId="urn:microsoft.com/office/officeart/2005/8/layout/vList5"/>
    <dgm:cxn modelId="{21FF080F-F5B4-494F-AA4D-EBD4666D390C}" srcId="{AF7F09FA-F2BC-4AAE-A874-3B7FBD1EF1FF}" destId="{2BCBAC4D-6434-4652-9E50-49760C44135B}" srcOrd="1" destOrd="0" parTransId="{9AE75E89-AB32-4843-8375-C8FB07DF9649}" sibTransId="{7FDEFAD2-FDCF-45D5-9E01-DD046542B694}"/>
    <dgm:cxn modelId="{4AD94F0F-5854-40E6-B416-1ED47A869EBA}" srcId="{CD001FCB-D36A-4139-991B-84941E71A190}" destId="{2C1DBAF7-C407-42EA-9AAC-DF45F4147127}" srcOrd="0" destOrd="0" parTransId="{BB15F0FE-1421-429E-BA72-42C1AC10B10F}" sibTransId="{595116F2-46AF-4205-827C-4951AB583C5D}"/>
    <dgm:cxn modelId="{1F06821F-5B55-465F-810B-DB88344D8946}" type="presOf" srcId="{2BCBAC4D-6434-4652-9E50-49760C44135B}" destId="{25E65941-4292-406A-86D3-7248048D59AD}" srcOrd="0" destOrd="1" presId="urn:microsoft.com/office/officeart/2005/8/layout/vList5"/>
    <dgm:cxn modelId="{F7297D27-CEB9-455F-AB94-A8252B2E875F}" srcId="{CFBEBABC-22AC-40EC-A83D-F49FA47FFEEB}" destId="{AF7F09FA-F2BC-4AAE-A874-3B7FBD1EF1FF}" srcOrd="2" destOrd="0" parTransId="{9AD7271F-680E-4239-B506-3F17645EE657}" sibTransId="{C1EC2415-AB6D-4E89-867E-B09F1CEB4423}"/>
    <dgm:cxn modelId="{6C8CFF2A-7C1B-496B-916B-2917B362AA29}" srcId="{E7DF26D3-DD4C-4F95-8E44-A8150C934718}" destId="{E6F7C79F-0A8F-4B98-AA62-8C2220BB526E}" srcOrd="0" destOrd="0" parTransId="{5471C91E-DD73-46D2-B687-6ACEF2AF5E2B}" sibTransId="{2562ED70-2F50-4E7B-B0C2-151E57EC5B53}"/>
    <dgm:cxn modelId="{D1B92B32-B8D9-4D0C-BD8B-A7593A10612A}" srcId="{D8B01CD8-4219-47CB-950D-9956533FBB36}" destId="{19388146-308F-4A0C-927E-F76458D44515}" srcOrd="0" destOrd="0" parTransId="{0C98C44F-2E6A-4467-9B1A-D91C6C59E797}" sibTransId="{0AA59727-7F96-4C41-9B20-A849CE2DF550}"/>
    <dgm:cxn modelId="{22F12D47-20E1-4A5E-9438-D3B87B7AE799}" srcId="{E7DF26D3-DD4C-4F95-8E44-A8150C934718}" destId="{BF37AF1E-A8B5-4436-9154-17A95EAD390A}" srcOrd="1" destOrd="0" parTransId="{D85117E1-530F-4770-8E25-B8C24F4BFC40}" sibTransId="{8C3E8C0B-3393-4A22-827D-7D6F84E32CCA}"/>
    <dgm:cxn modelId="{188D9767-F0C4-4928-BDF5-03E65071E412}" type="presOf" srcId="{923FECCC-D649-4908-8E3D-43EA6BCBFE31}" destId="{16D5BF33-2F94-40ED-AABD-CAC126C400A9}" srcOrd="0" destOrd="1" presId="urn:microsoft.com/office/officeart/2005/8/layout/vList5"/>
    <dgm:cxn modelId="{9507A669-67F6-479A-B95E-FD5BD0136A64}" type="presOf" srcId="{E7DF26D3-DD4C-4F95-8E44-A8150C934718}" destId="{B1B5EA74-55E8-49CC-B7DA-CBDF61B2BEC0}" srcOrd="0" destOrd="0" presId="urn:microsoft.com/office/officeart/2005/8/layout/vList5"/>
    <dgm:cxn modelId="{E5408A71-FB93-44F8-9511-1DE292F537C2}" srcId="{CFBEBABC-22AC-40EC-A83D-F49FA47FFEEB}" destId="{E7DF26D3-DD4C-4F95-8E44-A8150C934718}" srcOrd="0" destOrd="0" parTransId="{FBE725CC-E9B8-4AA5-A5F9-954410358245}" sibTransId="{0601FA12-142A-4F86-8219-D04C6299DEE8}"/>
    <dgm:cxn modelId="{A2386156-B900-4087-B544-738542F4E999}" type="presOf" srcId="{AF7F09FA-F2BC-4AAE-A874-3B7FBD1EF1FF}" destId="{EBDB5F3A-8E4D-4FC8-9CB3-EFBD2B053B11}" srcOrd="0" destOrd="0" presId="urn:microsoft.com/office/officeart/2005/8/layout/vList5"/>
    <dgm:cxn modelId="{0180DA59-CEE2-46A5-A43C-EC8D341BD394}" type="presOf" srcId="{2C1DBAF7-C407-42EA-9AAC-DF45F4147127}" destId="{16D5BF33-2F94-40ED-AABD-CAC126C400A9}" srcOrd="0" destOrd="0" presId="urn:microsoft.com/office/officeart/2005/8/layout/vList5"/>
    <dgm:cxn modelId="{3802CF7B-2E49-487C-BC97-CA0FD654608E}" type="presOf" srcId="{CD001FCB-D36A-4139-991B-84941E71A190}" destId="{36DB553F-E0BB-4FD1-97CE-87C1684FB2D7}" srcOrd="0" destOrd="0" presId="urn:microsoft.com/office/officeart/2005/8/layout/vList5"/>
    <dgm:cxn modelId="{BC39DD89-FBA7-4F6C-9780-4C1893C14C8C}" srcId="{CFBEBABC-22AC-40EC-A83D-F49FA47FFEEB}" destId="{D8B01CD8-4219-47CB-950D-9956533FBB36}" srcOrd="3" destOrd="0" parTransId="{4911D338-5384-418F-B32C-166AB2B15FD4}" sibTransId="{80C737DA-8218-44F8-9663-53FF6530A16B}"/>
    <dgm:cxn modelId="{DC25A894-D30D-40E1-BF2B-17AEED488DA1}" srcId="{CD001FCB-D36A-4139-991B-84941E71A190}" destId="{923FECCC-D649-4908-8E3D-43EA6BCBFE31}" srcOrd="1" destOrd="0" parTransId="{5837B5A4-28DD-41F1-94E7-74D59BC817F3}" sibTransId="{6A05BE2A-F300-45E0-96B2-CF07FA2973E0}"/>
    <dgm:cxn modelId="{2BD3D694-E165-4905-8B17-FDF7AF5841FC}" type="presOf" srcId="{D26B75E3-D7AA-4F7B-A3D2-86E6129186EC}" destId="{25E65941-4292-406A-86D3-7248048D59AD}" srcOrd="0" destOrd="0" presId="urn:microsoft.com/office/officeart/2005/8/layout/vList5"/>
    <dgm:cxn modelId="{D8769BA2-1FE6-4E39-AA64-3F667EC974AD}" type="presOf" srcId="{E6F7C79F-0A8F-4B98-AA62-8C2220BB526E}" destId="{65978F16-AA66-4A1C-8CBF-472D9A53B22B}" srcOrd="0" destOrd="0" presId="urn:microsoft.com/office/officeart/2005/8/layout/vList5"/>
    <dgm:cxn modelId="{E0F8A0B1-1817-4B63-B7DA-536C5F0B3ED5}" type="presOf" srcId="{19388146-308F-4A0C-927E-F76458D44515}" destId="{FFE1993E-9FAC-4D1A-BD5E-5487B618C8D0}" srcOrd="0" destOrd="0" presId="urn:microsoft.com/office/officeart/2005/8/layout/vList5"/>
    <dgm:cxn modelId="{033F60BA-CE38-4CCD-BA4A-8E3AAD09796D}" type="presOf" srcId="{D8B01CD8-4219-47CB-950D-9956533FBB36}" destId="{741B899C-FD57-4825-9852-D53EDE0A1B39}" srcOrd="0" destOrd="0" presId="urn:microsoft.com/office/officeart/2005/8/layout/vList5"/>
    <dgm:cxn modelId="{4CD181BF-0C82-4A85-9F7C-C471752F31B7}" type="presOf" srcId="{F20BC842-EB12-459F-B704-6E4DB929F656}" destId="{FFE1993E-9FAC-4D1A-BD5E-5487B618C8D0}" srcOrd="0" destOrd="1" presId="urn:microsoft.com/office/officeart/2005/8/layout/vList5"/>
    <dgm:cxn modelId="{399938CE-AF72-4A6B-A382-07B02B49E960}" srcId="{AF7F09FA-F2BC-4AAE-A874-3B7FBD1EF1FF}" destId="{D26B75E3-D7AA-4F7B-A3D2-86E6129186EC}" srcOrd="0" destOrd="0" parTransId="{113070B5-1B91-4E51-A074-CF21D8F49A33}" sibTransId="{A82457B3-7257-4C10-B023-8A8A31F6958F}"/>
    <dgm:cxn modelId="{D589B1D1-4EB9-4315-84D8-5D3AD9FDF976}" srcId="{D8B01CD8-4219-47CB-950D-9956533FBB36}" destId="{F20BC842-EB12-459F-B704-6E4DB929F656}" srcOrd="1" destOrd="0" parTransId="{C7A1A018-8004-4063-AC46-DA32B578DB57}" sibTransId="{C1252AED-C431-4D2E-8E1C-4949E34E6955}"/>
    <dgm:cxn modelId="{48484FE0-0A2F-4F61-857A-E61E27EC7E1B}" type="presOf" srcId="{CFBEBABC-22AC-40EC-A83D-F49FA47FFEEB}" destId="{3A433FC8-9029-43E1-AEF4-D3CE64DB1EA9}" srcOrd="0" destOrd="0" presId="urn:microsoft.com/office/officeart/2005/8/layout/vList5"/>
    <dgm:cxn modelId="{2B8416F8-649C-43F3-A6EE-0EDD4892F7F6}" srcId="{CFBEBABC-22AC-40EC-A83D-F49FA47FFEEB}" destId="{CD001FCB-D36A-4139-991B-84941E71A190}" srcOrd="1" destOrd="0" parTransId="{3E70194A-399E-4F45-8BDD-F7DAC620DDC4}" sibTransId="{01256A10-41D1-45E4-BF7D-0E4B30848502}"/>
    <dgm:cxn modelId="{AC47FD12-3214-4658-B73E-311BF97AAB38}" type="presParOf" srcId="{3A433FC8-9029-43E1-AEF4-D3CE64DB1EA9}" destId="{23E1A636-2336-4609-A2B6-967FAA1D68DC}" srcOrd="0" destOrd="0" presId="urn:microsoft.com/office/officeart/2005/8/layout/vList5"/>
    <dgm:cxn modelId="{60E241C2-B7CE-4AD7-B2C3-5571F0D139C2}" type="presParOf" srcId="{23E1A636-2336-4609-A2B6-967FAA1D68DC}" destId="{B1B5EA74-55E8-49CC-B7DA-CBDF61B2BEC0}" srcOrd="0" destOrd="0" presId="urn:microsoft.com/office/officeart/2005/8/layout/vList5"/>
    <dgm:cxn modelId="{E3FD51E0-0BB5-48A7-BE74-FB54C1D5D031}" type="presParOf" srcId="{23E1A636-2336-4609-A2B6-967FAA1D68DC}" destId="{65978F16-AA66-4A1C-8CBF-472D9A53B22B}" srcOrd="1" destOrd="0" presId="urn:microsoft.com/office/officeart/2005/8/layout/vList5"/>
    <dgm:cxn modelId="{3C587964-C1A1-4FFD-B349-402FFF53ABE6}" type="presParOf" srcId="{3A433FC8-9029-43E1-AEF4-D3CE64DB1EA9}" destId="{021835BC-A8ED-45F9-AE3D-CD65F95EDEB6}" srcOrd="1" destOrd="0" presId="urn:microsoft.com/office/officeart/2005/8/layout/vList5"/>
    <dgm:cxn modelId="{FE56F9FD-0328-4646-8DD4-1A17094A938C}" type="presParOf" srcId="{3A433FC8-9029-43E1-AEF4-D3CE64DB1EA9}" destId="{1E66BFF2-C1DF-4D9F-91B3-65BD91B96424}" srcOrd="2" destOrd="0" presId="urn:microsoft.com/office/officeart/2005/8/layout/vList5"/>
    <dgm:cxn modelId="{A9E1F044-13F8-4A6D-8734-7E995A293192}" type="presParOf" srcId="{1E66BFF2-C1DF-4D9F-91B3-65BD91B96424}" destId="{36DB553F-E0BB-4FD1-97CE-87C1684FB2D7}" srcOrd="0" destOrd="0" presId="urn:microsoft.com/office/officeart/2005/8/layout/vList5"/>
    <dgm:cxn modelId="{164808AD-2EAB-4D08-9789-B2442A265931}" type="presParOf" srcId="{1E66BFF2-C1DF-4D9F-91B3-65BD91B96424}" destId="{16D5BF33-2F94-40ED-AABD-CAC126C400A9}" srcOrd="1" destOrd="0" presId="urn:microsoft.com/office/officeart/2005/8/layout/vList5"/>
    <dgm:cxn modelId="{B61FE7F0-AF95-4840-924C-C169C74B2BD1}" type="presParOf" srcId="{3A433FC8-9029-43E1-AEF4-D3CE64DB1EA9}" destId="{463497A7-7FFF-410C-91C1-147E39DDB2F7}" srcOrd="3" destOrd="0" presId="urn:microsoft.com/office/officeart/2005/8/layout/vList5"/>
    <dgm:cxn modelId="{FF0A6BDB-BC6F-486F-9C8B-9E9AC8D3E806}" type="presParOf" srcId="{3A433FC8-9029-43E1-AEF4-D3CE64DB1EA9}" destId="{94640B32-7A75-45FB-9B96-C1C68051F39D}" srcOrd="4" destOrd="0" presId="urn:microsoft.com/office/officeart/2005/8/layout/vList5"/>
    <dgm:cxn modelId="{05E3827F-AF8F-43C6-914D-EE28998B21BB}" type="presParOf" srcId="{94640B32-7A75-45FB-9B96-C1C68051F39D}" destId="{EBDB5F3A-8E4D-4FC8-9CB3-EFBD2B053B11}" srcOrd="0" destOrd="0" presId="urn:microsoft.com/office/officeart/2005/8/layout/vList5"/>
    <dgm:cxn modelId="{F20D492F-F4D1-45B4-AE37-4256F22A7CC4}" type="presParOf" srcId="{94640B32-7A75-45FB-9B96-C1C68051F39D}" destId="{25E65941-4292-406A-86D3-7248048D59AD}" srcOrd="1" destOrd="0" presId="urn:microsoft.com/office/officeart/2005/8/layout/vList5"/>
    <dgm:cxn modelId="{1E0C095B-380E-4F53-902D-BF85F5898F12}" type="presParOf" srcId="{3A433FC8-9029-43E1-AEF4-D3CE64DB1EA9}" destId="{3BEF2139-4168-4F3A-B25F-6D1BFEF7AECB}" srcOrd="5" destOrd="0" presId="urn:microsoft.com/office/officeart/2005/8/layout/vList5"/>
    <dgm:cxn modelId="{861E7874-98BD-489C-AC56-0E3BC6757681}" type="presParOf" srcId="{3A433FC8-9029-43E1-AEF4-D3CE64DB1EA9}" destId="{48ECF3B4-B729-4C1D-9D60-E4EAAA0C56E8}" srcOrd="6" destOrd="0" presId="urn:microsoft.com/office/officeart/2005/8/layout/vList5"/>
    <dgm:cxn modelId="{85D88D5A-89DE-4A85-9A33-1E1094936EB2}" type="presParOf" srcId="{48ECF3B4-B729-4C1D-9D60-E4EAAA0C56E8}" destId="{741B899C-FD57-4825-9852-D53EDE0A1B39}" srcOrd="0" destOrd="0" presId="urn:microsoft.com/office/officeart/2005/8/layout/vList5"/>
    <dgm:cxn modelId="{5DD2E233-4542-4998-B0D7-D74E40D79923}" type="presParOf" srcId="{48ECF3B4-B729-4C1D-9D60-E4EAAA0C56E8}" destId="{FFE1993E-9FAC-4D1A-BD5E-5487B618C8D0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0C1257F-07FA-44B1-B9AF-62E0A9EEF743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5D429851-97BA-4C75-98B4-CE55DADA09D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>
              <a:solidFill>
                <a:schemeClr val="bg1"/>
              </a:solidFill>
            </a:rPr>
            <a:t>Logical Segmentation</a:t>
          </a:r>
          <a:endParaRPr lang="en-US">
            <a:solidFill>
              <a:schemeClr val="bg1"/>
            </a:solidFill>
          </a:endParaRPr>
        </a:p>
      </dgm:t>
    </dgm:pt>
    <dgm:pt modelId="{E4CDB5CD-0DA4-473F-8016-029FF1BCF0A9}" type="parTrans" cxnId="{FBA00708-D648-415A-A6D5-5F3CEC520E83}">
      <dgm:prSet/>
      <dgm:spPr/>
      <dgm:t>
        <a:bodyPr/>
        <a:lstStyle/>
        <a:p>
          <a:endParaRPr lang="en-US" sz="2400">
            <a:solidFill>
              <a:schemeClr val="bg1"/>
            </a:solidFill>
          </a:endParaRPr>
        </a:p>
      </dgm:t>
    </dgm:pt>
    <dgm:pt modelId="{3B81BC22-696C-420D-8690-00DA60F356E0}" type="sibTrans" cxnId="{FBA00708-D648-415A-A6D5-5F3CEC520E83}">
      <dgm:prSet/>
      <dgm:spPr/>
      <dgm:t>
        <a:bodyPr/>
        <a:lstStyle/>
        <a:p>
          <a:endParaRPr lang="en-US">
            <a:solidFill>
              <a:schemeClr val="bg1"/>
            </a:solidFill>
          </a:endParaRPr>
        </a:p>
      </dgm:t>
    </dgm:pt>
    <dgm:pt modelId="{7B87EC7B-3F65-4FA9-9888-5EBDB9C37FEB}">
      <dgm:prSet/>
      <dgm:spPr/>
      <dgm:t>
        <a:bodyPr/>
        <a:lstStyle/>
        <a:p>
          <a:pPr>
            <a:lnSpc>
              <a:spcPct val="100000"/>
            </a:lnSpc>
          </a:pPr>
          <a:endParaRPr lang="en-US" b="1">
            <a:solidFill>
              <a:schemeClr val="bg1"/>
            </a:solidFill>
          </a:endParaRPr>
        </a:p>
        <a:p>
          <a:pPr>
            <a:lnSpc>
              <a:spcPct val="100000"/>
            </a:lnSpc>
          </a:pPr>
          <a:r>
            <a:rPr lang="en-US" b="1">
              <a:solidFill>
                <a:schemeClr val="bg1"/>
              </a:solidFill>
            </a:rPr>
            <a:t>Tiered Subnetting</a:t>
          </a:r>
          <a:endParaRPr lang="en-US">
            <a:solidFill>
              <a:schemeClr val="bg1"/>
            </a:solidFill>
          </a:endParaRPr>
        </a:p>
      </dgm:t>
    </dgm:pt>
    <dgm:pt modelId="{86F8E931-238D-4DC9-A9C3-E58C01F09C37}" type="parTrans" cxnId="{4D23BB09-6619-4D3F-B2DC-340DB8CCFAF9}">
      <dgm:prSet/>
      <dgm:spPr/>
      <dgm:t>
        <a:bodyPr/>
        <a:lstStyle/>
        <a:p>
          <a:endParaRPr lang="en-US" sz="2400">
            <a:solidFill>
              <a:schemeClr val="bg1"/>
            </a:solidFill>
          </a:endParaRPr>
        </a:p>
      </dgm:t>
    </dgm:pt>
    <dgm:pt modelId="{BFDECFB1-18CB-4319-B799-B456E5FB01DA}" type="sibTrans" cxnId="{4D23BB09-6619-4D3F-B2DC-340DB8CCFAF9}">
      <dgm:prSet/>
      <dgm:spPr/>
      <dgm:t>
        <a:bodyPr/>
        <a:lstStyle/>
        <a:p>
          <a:endParaRPr lang="en-US">
            <a:solidFill>
              <a:schemeClr val="bg1"/>
            </a:solidFill>
          </a:endParaRPr>
        </a:p>
      </dgm:t>
    </dgm:pt>
    <dgm:pt modelId="{6EA12F22-D3E0-417E-96C2-5E3C798518E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>
              <a:solidFill>
                <a:schemeClr val="bg1"/>
              </a:solidFill>
            </a:rPr>
            <a:t>Micro-segmentation</a:t>
          </a:r>
          <a:r>
            <a:rPr lang="en-US">
              <a:solidFill>
                <a:schemeClr val="bg1"/>
              </a:solidFill>
            </a:rPr>
            <a:t> .</a:t>
          </a:r>
        </a:p>
      </dgm:t>
    </dgm:pt>
    <dgm:pt modelId="{7AA487B2-2910-4567-8451-15DCD680EEB1}" type="parTrans" cxnId="{09D2A2ED-EFF7-4339-8FF2-D62CCA034039}">
      <dgm:prSet/>
      <dgm:spPr/>
      <dgm:t>
        <a:bodyPr/>
        <a:lstStyle/>
        <a:p>
          <a:endParaRPr lang="en-US" sz="2400">
            <a:solidFill>
              <a:schemeClr val="bg1"/>
            </a:solidFill>
          </a:endParaRPr>
        </a:p>
      </dgm:t>
    </dgm:pt>
    <dgm:pt modelId="{AD337654-7857-4EDD-B1ED-F0778313EBAF}" type="sibTrans" cxnId="{09D2A2ED-EFF7-4339-8FF2-D62CCA034039}">
      <dgm:prSet/>
      <dgm:spPr/>
      <dgm:t>
        <a:bodyPr/>
        <a:lstStyle/>
        <a:p>
          <a:endParaRPr lang="en-US">
            <a:solidFill>
              <a:schemeClr val="bg1"/>
            </a:solidFill>
          </a:endParaRPr>
        </a:p>
      </dgm:t>
    </dgm:pt>
    <dgm:pt modelId="{8DAC8194-8FFB-4ADC-B873-79F4B8D83F0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>
              <a:solidFill>
                <a:schemeClr val="bg1"/>
              </a:solidFill>
            </a:rPr>
            <a:t>IP Address Planning </a:t>
          </a:r>
          <a:endParaRPr lang="en-US">
            <a:solidFill>
              <a:schemeClr val="bg1"/>
            </a:solidFill>
          </a:endParaRPr>
        </a:p>
      </dgm:t>
    </dgm:pt>
    <dgm:pt modelId="{62D4929E-8F7C-4172-BCC9-B6D4FE27998E}" type="parTrans" cxnId="{315CE93E-7E61-4956-BA1F-6883C6F9FA9D}">
      <dgm:prSet/>
      <dgm:spPr/>
      <dgm:t>
        <a:bodyPr/>
        <a:lstStyle/>
        <a:p>
          <a:endParaRPr lang="en-US" sz="2400">
            <a:solidFill>
              <a:schemeClr val="bg1"/>
            </a:solidFill>
          </a:endParaRPr>
        </a:p>
      </dgm:t>
    </dgm:pt>
    <dgm:pt modelId="{3F37228B-F1ED-4920-A891-1695AB5856B7}" type="sibTrans" cxnId="{315CE93E-7E61-4956-BA1F-6883C6F9FA9D}">
      <dgm:prSet/>
      <dgm:spPr/>
      <dgm:t>
        <a:bodyPr/>
        <a:lstStyle/>
        <a:p>
          <a:endParaRPr lang="en-US">
            <a:solidFill>
              <a:schemeClr val="bg1"/>
            </a:solidFill>
          </a:endParaRPr>
        </a:p>
      </dgm:t>
    </dgm:pt>
    <dgm:pt modelId="{78E5D255-9FCB-4717-91F3-446BCFEF954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>
              <a:solidFill>
                <a:schemeClr val="bg1"/>
              </a:solidFill>
            </a:rPr>
            <a:t>Connectivity Hubs </a:t>
          </a:r>
          <a:endParaRPr lang="en-US">
            <a:solidFill>
              <a:schemeClr val="bg1"/>
            </a:solidFill>
          </a:endParaRPr>
        </a:p>
      </dgm:t>
    </dgm:pt>
    <dgm:pt modelId="{7D81A634-C53F-4DC8-BE46-200013F18290}" type="parTrans" cxnId="{7849A476-AC46-4900-A10F-D6D17FF3712B}">
      <dgm:prSet/>
      <dgm:spPr/>
      <dgm:t>
        <a:bodyPr/>
        <a:lstStyle/>
        <a:p>
          <a:endParaRPr lang="en-US" sz="2400">
            <a:solidFill>
              <a:schemeClr val="bg1"/>
            </a:solidFill>
          </a:endParaRPr>
        </a:p>
      </dgm:t>
    </dgm:pt>
    <dgm:pt modelId="{C7AC8D1C-3042-4F6F-B648-99E9E149F640}" type="sibTrans" cxnId="{7849A476-AC46-4900-A10F-D6D17FF3712B}">
      <dgm:prSet/>
      <dgm:spPr/>
      <dgm:t>
        <a:bodyPr/>
        <a:lstStyle/>
        <a:p>
          <a:endParaRPr lang="en-US">
            <a:solidFill>
              <a:schemeClr val="bg1"/>
            </a:solidFill>
          </a:endParaRPr>
        </a:p>
      </dgm:t>
    </dgm:pt>
    <dgm:pt modelId="{508DEF2C-0C1B-4CAC-8CDC-6030ED90C23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>
              <a:solidFill>
                <a:schemeClr val="bg1"/>
              </a:solidFill>
            </a:rPr>
            <a:t>Edge Security</a:t>
          </a:r>
          <a:endParaRPr lang="en-US">
            <a:solidFill>
              <a:schemeClr val="bg1"/>
            </a:solidFill>
          </a:endParaRPr>
        </a:p>
      </dgm:t>
    </dgm:pt>
    <dgm:pt modelId="{158CC2A1-2FC0-4CFB-B493-1D526A9734DD}" type="parTrans" cxnId="{FB81C7B5-0444-497C-9EFD-AA559289DE71}">
      <dgm:prSet/>
      <dgm:spPr/>
      <dgm:t>
        <a:bodyPr/>
        <a:lstStyle/>
        <a:p>
          <a:endParaRPr lang="en-US" sz="2400">
            <a:solidFill>
              <a:schemeClr val="bg1"/>
            </a:solidFill>
          </a:endParaRPr>
        </a:p>
      </dgm:t>
    </dgm:pt>
    <dgm:pt modelId="{69A60DEF-1448-44A0-80E5-5EC8C9C6C8A3}" type="sibTrans" cxnId="{FB81C7B5-0444-497C-9EFD-AA559289DE71}">
      <dgm:prSet/>
      <dgm:spPr/>
      <dgm:t>
        <a:bodyPr/>
        <a:lstStyle/>
        <a:p>
          <a:endParaRPr lang="en-US">
            <a:solidFill>
              <a:schemeClr val="bg1"/>
            </a:solidFill>
          </a:endParaRPr>
        </a:p>
      </dgm:t>
    </dgm:pt>
    <dgm:pt modelId="{D2CAF983-E1E5-47DE-8EB0-7908B4AE2B07}" type="pres">
      <dgm:prSet presAssocID="{20C1257F-07FA-44B1-B9AF-62E0A9EEF743}" presName="root" presStyleCnt="0">
        <dgm:presLayoutVars>
          <dgm:dir/>
          <dgm:resizeHandles val="exact"/>
        </dgm:presLayoutVars>
      </dgm:prSet>
      <dgm:spPr/>
    </dgm:pt>
    <dgm:pt modelId="{DAA7EAB1-054A-495B-96C2-4B3BBA291CFE}" type="pres">
      <dgm:prSet presAssocID="{5D429851-97BA-4C75-98B4-CE55DADA09D9}" presName="compNode" presStyleCnt="0"/>
      <dgm:spPr/>
    </dgm:pt>
    <dgm:pt modelId="{DA3C3C70-4F82-43BE-897D-A884FBB11366}" type="pres">
      <dgm:prSet presAssocID="{5D429851-97BA-4C75-98B4-CE55DADA09D9}" presName="bgRect" presStyleLbl="bgShp" presStyleIdx="0" presStyleCnt="4"/>
      <dgm:spPr/>
    </dgm:pt>
    <dgm:pt modelId="{BB974EC7-5128-4DFF-A63E-A0AF98C893E2}" type="pres">
      <dgm:prSet presAssocID="{5D429851-97BA-4C75-98B4-CE55DADA09D9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ierarchy"/>
        </a:ext>
      </dgm:extLst>
    </dgm:pt>
    <dgm:pt modelId="{371D3159-2B2D-45B0-B7CA-8DFEA2D5D762}" type="pres">
      <dgm:prSet presAssocID="{5D429851-97BA-4C75-98B4-CE55DADA09D9}" presName="spaceRect" presStyleCnt="0"/>
      <dgm:spPr/>
    </dgm:pt>
    <dgm:pt modelId="{B30B9E96-7DA2-45F7-B20E-3C5FE10027C7}" type="pres">
      <dgm:prSet presAssocID="{5D429851-97BA-4C75-98B4-CE55DADA09D9}" presName="parTx" presStyleLbl="revTx" presStyleIdx="0" presStyleCnt="5">
        <dgm:presLayoutVars>
          <dgm:chMax val="0"/>
          <dgm:chPref val="0"/>
        </dgm:presLayoutVars>
      </dgm:prSet>
      <dgm:spPr/>
    </dgm:pt>
    <dgm:pt modelId="{5B029714-5998-45FD-AD93-3AA39605FEB9}" type="pres">
      <dgm:prSet presAssocID="{5D429851-97BA-4C75-98B4-CE55DADA09D9}" presName="desTx" presStyleLbl="revTx" presStyleIdx="1" presStyleCnt="5">
        <dgm:presLayoutVars/>
      </dgm:prSet>
      <dgm:spPr/>
    </dgm:pt>
    <dgm:pt modelId="{A7924DEE-35FC-45CF-8ABE-E5D99BF0670A}" type="pres">
      <dgm:prSet presAssocID="{3B81BC22-696C-420D-8690-00DA60F356E0}" presName="sibTrans" presStyleCnt="0"/>
      <dgm:spPr/>
    </dgm:pt>
    <dgm:pt modelId="{7A475802-BC74-4FE3-B270-FFC4DA2556B3}" type="pres">
      <dgm:prSet presAssocID="{8DAC8194-8FFB-4ADC-B873-79F4B8D83F0F}" presName="compNode" presStyleCnt="0"/>
      <dgm:spPr/>
    </dgm:pt>
    <dgm:pt modelId="{14ED9380-40B4-467E-B47D-EA8CDE39D4C9}" type="pres">
      <dgm:prSet presAssocID="{8DAC8194-8FFB-4ADC-B873-79F4B8D83F0F}" presName="bgRect" presStyleLbl="bgShp" presStyleIdx="1" presStyleCnt="4"/>
      <dgm:spPr/>
    </dgm:pt>
    <dgm:pt modelId="{BB534F10-0702-40C8-AFCE-F0BD46072AE9}" type="pres">
      <dgm:prSet presAssocID="{8DAC8194-8FFB-4ADC-B873-79F4B8D83F0F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8E8A71D5-7A60-4251-B404-FDCFB7C3A1FB}" type="pres">
      <dgm:prSet presAssocID="{8DAC8194-8FFB-4ADC-B873-79F4B8D83F0F}" presName="spaceRect" presStyleCnt="0"/>
      <dgm:spPr/>
    </dgm:pt>
    <dgm:pt modelId="{24945C0B-1111-4A98-B084-69B75D913CEE}" type="pres">
      <dgm:prSet presAssocID="{8DAC8194-8FFB-4ADC-B873-79F4B8D83F0F}" presName="parTx" presStyleLbl="revTx" presStyleIdx="2" presStyleCnt="5">
        <dgm:presLayoutVars>
          <dgm:chMax val="0"/>
          <dgm:chPref val="0"/>
        </dgm:presLayoutVars>
      </dgm:prSet>
      <dgm:spPr/>
    </dgm:pt>
    <dgm:pt modelId="{C3D2B075-9C24-404A-AD1E-D370AA18352F}" type="pres">
      <dgm:prSet presAssocID="{3F37228B-F1ED-4920-A891-1695AB5856B7}" presName="sibTrans" presStyleCnt="0"/>
      <dgm:spPr/>
    </dgm:pt>
    <dgm:pt modelId="{254A2621-CF3F-4B2F-A7B3-2AA22FA160D5}" type="pres">
      <dgm:prSet presAssocID="{78E5D255-9FCB-4717-91F3-446BCFEF9543}" presName="compNode" presStyleCnt="0"/>
      <dgm:spPr/>
    </dgm:pt>
    <dgm:pt modelId="{B2A65538-B00B-4DE1-B300-58C2CC7F9478}" type="pres">
      <dgm:prSet presAssocID="{78E5D255-9FCB-4717-91F3-446BCFEF9543}" presName="bgRect" presStyleLbl="bgShp" presStyleIdx="2" presStyleCnt="4"/>
      <dgm:spPr/>
    </dgm:pt>
    <dgm:pt modelId="{1F30B9AB-FF75-4DC1-A9EE-9BBD6BB5DDAA}" type="pres">
      <dgm:prSet presAssocID="{78E5D255-9FCB-4717-91F3-446BCFEF9543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Network"/>
        </a:ext>
      </dgm:extLst>
    </dgm:pt>
    <dgm:pt modelId="{FA9BA811-0F4E-45EC-AD19-15448FF99F54}" type="pres">
      <dgm:prSet presAssocID="{78E5D255-9FCB-4717-91F3-446BCFEF9543}" presName="spaceRect" presStyleCnt="0"/>
      <dgm:spPr/>
    </dgm:pt>
    <dgm:pt modelId="{A093A0AA-4FBD-41C7-8CDF-04A4A2176129}" type="pres">
      <dgm:prSet presAssocID="{78E5D255-9FCB-4717-91F3-446BCFEF9543}" presName="parTx" presStyleLbl="revTx" presStyleIdx="3" presStyleCnt="5">
        <dgm:presLayoutVars>
          <dgm:chMax val="0"/>
          <dgm:chPref val="0"/>
        </dgm:presLayoutVars>
      </dgm:prSet>
      <dgm:spPr/>
    </dgm:pt>
    <dgm:pt modelId="{64F57BBA-5A04-46B2-B2C4-3A4BC045D8E9}" type="pres">
      <dgm:prSet presAssocID="{C7AC8D1C-3042-4F6F-B648-99E9E149F640}" presName="sibTrans" presStyleCnt="0"/>
      <dgm:spPr/>
    </dgm:pt>
    <dgm:pt modelId="{06FAF9D5-BC66-42C9-AF74-AC911B0FD8A5}" type="pres">
      <dgm:prSet presAssocID="{508DEF2C-0C1B-4CAC-8CDC-6030ED90C23C}" presName="compNode" presStyleCnt="0"/>
      <dgm:spPr/>
    </dgm:pt>
    <dgm:pt modelId="{4245ABDB-D6E3-4B18-969E-ED1EBE7EFF6E}" type="pres">
      <dgm:prSet presAssocID="{508DEF2C-0C1B-4CAC-8CDC-6030ED90C23C}" presName="bgRect" presStyleLbl="bgShp" presStyleIdx="3" presStyleCnt="4"/>
      <dgm:spPr/>
    </dgm:pt>
    <dgm:pt modelId="{C79E87E7-85F1-4608-A9B5-ABD39D773FAF}" type="pres">
      <dgm:prSet presAssocID="{508DEF2C-0C1B-4CAC-8CDC-6030ED90C23C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7BFBAF54-0122-4720-95C2-938BD9233DAB}" type="pres">
      <dgm:prSet presAssocID="{508DEF2C-0C1B-4CAC-8CDC-6030ED90C23C}" presName="spaceRect" presStyleCnt="0"/>
      <dgm:spPr/>
    </dgm:pt>
    <dgm:pt modelId="{46ED5A1C-7DA3-4271-9230-48773486E475}" type="pres">
      <dgm:prSet presAssocID="{508DEF2C-0C1B-4CAC-8CDC-6030ED90C23C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FBA00708-D648-415A-A6D5-5F3CEC520E83}" srcId="{20C1257F-07FA-44B1-B9AF-62E0A9EEF743}" destId="{5D429851-97BA-4C75-98B4-CE55DADA09D9}" srcOrd="0" destOrd="0" parTransId="{E4CDB5CD-0DA4-473F-8016-029FF1BCF0A9}" sibTransId="{3B81BC22-696C-420D-8690-00DA60F356E0}"/>
    <dgm:cxn modelId="{4D23BB09-6619-4D3F-B2DC-340DB8CCFAF9}" srcId="{5D429851-97BA-4C75-98B4-CE55DADA09D9}" destId="{7B87EC7B-3F65-4FA9-9888-5EBDB9C37FEB}" srcOrd="0" destOrd="0" parTransId="{86F8E931-238D-4DC9-A9C3-E58C01F09C37}" sibTransId="{BFDECFB1-18CB-4319-B799-B456E5FB01DA}"/>
    <dgm:cxn modelId="{9B5B310F-0DC6-4F40-9997-130465B564F5}" type="presOf" srcId="{5D429851-97BA-4C75-98B4-CE55DADA09D9}" destId="{B30B9E96-7DA2-45F7-B20E-3C5FE10027C7}" srcOrd="0" destOrd="0" presId="urn:microsoft.com/office/officeart/2018/2/layout/IconVerticalSolidList"/>
    <dgm:cxn modelId="{C5AE8A14-363F-4795-9D82-B6467178481E}" type="presOf" srcId="{508DEF2C-0C1B-4CAC-8CDC-6030ED90C23C}" destId="{46ED5A1C-7DA3-4271-9230-48773486E475}" srcOrd="0" destOrd="0" presId="urn:microsoft.com/office/officeart/2018/2/layout/IconVerticalSolidList"/>
    <dgm:cxn modelId="{E10A2B3C-6FE6-41C9-8A43-193923D0DCC3}" type="presOf" srcId="{7B87EC7B-3F65-4FA9-9888-5EBDB9C37FEB}" destId="{5B029714-5998-45FD-AD93-3AA39605FEB9}" srcOrd="0" destOrd="0" presId="urn:microsoft.com/office/officeart/2018/2/layout/IconVerticalSolidList"/>
    <dgm:cxn modelId="{315CE93E-7E61-4956-BA1F-6883C6F9FA9D}" srcId="{20C1257F-07FA-44B1-B9AF-62E0A9EEF743}" destId="{8DAC8194-8FFB-4ADC-B873-79F4B8D83F0F}" srcOrd="1" destOrd="0" parTransId="{62D4929E-8F7C-4172-BCC9-B6D4FE27998E}" sibTransId="{3F37228B-F1ED-4920-A891-1695AB5856B7}"/>
    <dgm:cxn modelId="{D172F865-43B0-49E0-BC25-34D383F3AFFF}" type="presOf" srcId="{8DAC8194-8FFB-4ADC-B873-79F4B8D83F0F}" destId="{24945C0B-1111-4A98-B084-69B75D913CEE}" srcOrd="0" destOrd="0" presId="urn:microsoft.com/office/officeart/2018/2/layout/IconVerticalSolidList"/>
    <dgm:cxn modelId="{7849A476-AC46-4900-A10F-D6D17FF3712B}" srcId="{20C1257F-07FA-44B1-B9AF-62E0A9EEF743}" destId="{78E5D255-9FCB-4717-91F3-446BCFEF9543}" srcOrd="2" destOrd="0" parTransId="{7D81A634-C53F-4DC8-BE46-200013F18290}" sibTransId="{C7AC8D1C-3042-4F6F-B648-99E9E149F640}"/>
    <dgm:cxn modelId="{BE608F5A-E5CE-4A52-BAAB-45D6D59727D6}" type="presOf" srcId="{78E5D255-9FCB-4717-91F3-446BCFEF9543}" destId="{A093A0AA-4FBD-41C7-8CDF-04A4A2176129}" srcOrd="0" destOrd="0" presId="urn:microsoft.com/office/officeart/2018/2/layout/IconVerticalSolidList"/>
    <dgm:cxn modelId="{F230107E-81C1-4F53-AAB8-81F41340FC63}" type="presOf" srcId="{20C1257F-07FA-44B1-B9AF-62E0A9EEF743}" destId="{D2CAF983-E1E5-47DE-8EB0-7908B4AE2B07}" srcOrd="0" destOrd="0" presId="urn:microsoft.com/office/officeart/2018/2/layout/IconVerticalSolidList"/>
    <dgm:cxn modelId="{FB81C7B5-0444-497C-9EFD-AA559289DE71}" srcId="{20C1257F-07FA-44B1-B9AF-62E0A9EEF743}" destId="{508DEF2C-0C1B-4CAC-8CDC-6030ED90C23C}" srcOrd="3" destOrd="0" parTransId="{158CC2A1-2FC0-4CFB-B493-1D526A9734DD}" sibTransId="{69A60DEF-1448-44A0-80E5-5EC8C9C6C8A3}"/>
    <dgm:cxn modelId="{09D2A2ED-EFF7-4339-8FF2-D62CCA034039}" srcId="{5D429851-97BA-4C75-98B4-CE55DADA09D9}" destId="{6EA12F22-D3E0-417E-96C2-5E3C798518E4}" srcOrd="1" destOrd="0" parTransId="{7AA487B2-2910-4567-8451-15DCD680EEB1}" sibTransId="{AD337654-7857-4EDD-B1ED-F0778313EBAF}"/>
    <dgm:cxn modelId="{C5A091FD-F8AC-4623-91B3-508E09AF41FA}" type="presOf" srcId="{6EA12F22-D3E0-417E-96C2-5E3C798518E4}" destId="{5B029714-5998-45FD-AD93-3AA39605FEB9}" srcOrd="0" destOrd="1" presId="urn:microsoft.com/office/officeart/2018/2/layout/IconVerticalSolidList"/>
    <dgm:cxn modelId="{3BD70C26-51E3-4971-9A7D-B27CA0B5DD48}" type="presParOf" srcId="{D2CAF983-E1E5-47DE-8EB0-7908B4AE2B07}" destId="{DAA7EAB1-054A-495B-96C2-4B3BBA291CFE}" srcOrd="0" destOrd="0" presId="urn:microsoft.com/office/officeart/2018/2/layout/IconVerticalSolidList"/>
    <dgm:cxn modelId="{C310A3B7-3AE4-4FC9-867F-66B4741EB3D3}" type="presParOf" srcId="{DAA7EAB1-054A-495B-96C2-4B3BBA291CFE}" destId="{DA3C3C70-4F82-43BE-897D-A884FBB11366}" srcOrd="0" destOrd="0" presId="urn:microsoft.com/office/officeart/2018/2/layout/IconVerticalSolidList"/>
    <dgm:cxn modelId="{08A6B11F-D305-4169-AFEB-C7D3CBC8330D}" type="presParOf" srcId="{DAA7EAB1-054A-495B-96C2-4B3BBA291CFE}" destId="{BB974EC7-5128-4DFF-A63E-A0AF98C893E2}" srcOrd="1" destOrd="0" presId="urn:microsoft.com/office/officeart/2018/2/layout/IconVerticalSolidList"/>
    <dgm:cxn modelId="{708B6F13-80D4-4B75-AF13-1B426900DC71}" type="presParOf" srcId="{DAA7EAB1-054A-495B-96C2-4B3BBA291CFE}" destId="{371D3159-2B2D-45B0-B7CA-8DFEA2D5D762}" srcOrd="2" destOrd="0" presId="urn:microsoft.com/office/officeart/2018/2/layout/IconVerticalSolidList"/>
    <dgm:cxn modelId="{38D2BAC7-ADA5-4C11-9EC1-F214E8482931}" type="presParOf" srcId="{DAA7EAB1-054A-495B-96C2-4B3BBA291CFE}" destId="{B30B9E96-7DA2-45F7-B20E-3C5FE10027C7}" srcOrd="3" destOrd="0" presId="urn:microsoft.com/office/officeart/2018/2/layout/IconVerticalSolidList"/>
    <dgm:cxn modelId="{F8158A27-C146-4ED9-831A-5B2126D7B87F}" type="presParOf" srcId="{DAA7EAB1-054A-495B-96C2-4B3BBA291CFE}" destId="{5B029714-5998-45FD-AD93-3AA39605FEB9}" srcOrd="4" destOrd="0" presId="urn:microsoft.com/office/officeart/2018/2/layout/IconVerticalSolidList"/>
    <dgm:cxn modelId="{2144569E-F212-4609-999E-DCB7D6EB583D}" type="presParOf" srcId="{D2CAF983-E1E5-47DE-8EB0-7908B4AE2B07}" destId="{A7924DEE-35FC-45CF-8ABE-E5D99BF0670A}" srcOrd="1" destOrd="0" presId="urn:microsoft.com/office/officeart/2018/2/layout/IconVerticalSolidList"/>
    <dgm:cxn modelId="{917FEA3F-A7CC-4C8F-9D93-89B99A3B06E2}" type="presParOf" srcId="{D2CAF983-E1E5-47DE-8EB0-7908B4AE2B07}" destId="{7A475802-BC74-4FE3-B270-FFC4DA2556B3}" srcOrd="2" destOrd="0" presId="urn:microsoft.com/office/officeart/2018/2/layout/IconVerticalSolidList"/>
    <dgm:cxn modelId="{5A0CBACA-7F10-492F-BFD7-F92A1EE352DD}" type="presParOf" srcId="{7A475802-BC74-4FE3-B270-FFC4DA2556B3}" destId="{14ED9380-40B4-467E-B47D-EA8CDE39D4C9}" srcOrd="0" destOrd="0" presId="urn:microsoft.com/office/officeart/2018/2/layout/IconVerticalSolidList"/>
    <dgm:cxn modelId="{F42D3282-E055-4904-9ECE-402A49519B04}" type="presParOf" srcId="{7A475802-BC74-4FE3-B270-FFC4DA2556B3}" destId="{BB534F10-0702-40C8-AFCE-F0BD46072AE9}" srcOrd="1" destOrd="0" presId="urn:microsoft.com/office/officeart/2018/2/layout/IconVerticalSolidList"/>
    <dgm:cxn modelId="{0B5ADDA1-1721-4A54-87B8-8E2D61C5D94F}" type="presParOf" srcId="{7A475802-BC74-4FE3-B270-FFC4DA2556B3}" destId="{8E8A71D5-7A60-4251-B404-FDCFB7C3A1FB}" srcOrd="2" destOrd="0" presId="urn:microsoft.com/office/officeart/2018/2/layout/IconVerticalSolidList"/>
    <dgm:cxn modelId="{562F8F4A-0AD6-4B11-9D9C-B08F3CD20C11}" type="presParOf" srcId="{7A475802-BC74-4FE3-B270-FFC4DA2556B3}" destId="{24945C0B-1111-4A98-B084-69B75D913CEE}" srcOrd="3" destOrd="0" presId="urn:microsoft.com/office/officeart/2018/2/layout/IconVerticalSolidList"/>
    <dgm:cxn modelId="{F9067373-ACFD-44AB-95C4-DC5003009CB7}" type="presParOf" srcId="{D2CAF983-E1E5-47DE-8EB0-7908B4AE2B07}" destId="{C3D2B075-9C24-404A-AD1E-D370AA18352F}" srcOrd="3" destOrd="0" presId="urn:microsoft.com/office/officeart/2018/2/layout/IconVerticalSolidList"/>
    <dgm:cxn modelId="{69A2B5D2-F34C-437A-8BA9-BB12607C94CE}" type="presParOf" srcId="{D2CAF983-E1E5-47DE-8EB0-7908B4AE2B07}" destId="{254A2621-CF3F-4B2F-A7B3-2AA22FA160D5}" srcOrd="4" destOrd="0" presId="urn:microsoft.com/office/officeart/2018/2/layout/IconVerticalSolidList"/>
    <dgm:cxn modelId="{C9F3642A-EB94-4AE1-B3FA-E75010620AAB}" type="presParOf" srcId="{254A2621-CF3F-4B2F-A7B3-2AA22FA160D5}" destId="{B2A65538-B00B-4DE1-B300-58C2CC7F9478}" srcOrd="0" destOrd="0" presId="urn:microsoft.com/office/officeart/2018/2/layout/IconVerticalSolidList"/>
    <dgm:cxn modelId="{51CF9C26-95EA-433F-9F4C-5C23C0E30207}" type="presParOf" srcId="{254A2621-CF3F-4B2F-A7B3-2AA22FA160D5}" destId="{1F30B9AB-FF75-4DC1-A9EE-9BBD6BB5DDAA}" srcOrd="1" destOrd="0" presId="urn:microsoft.com/office/officeart/2018/2/layout/IconVerticalSolidList"/>
    <dgm:cxn modelId="{91DE6939-74A2-460D-B42A-11BFA7A4DB21}" type="presParOf" srcId="{254A2621-CF3F-4B2F-A7B3-2AA22FA160D5}" destId="{FA9BA811-0F4E-45EC-AD19-15448FF99F54}" srcOrd="2" destOrd="0" presId="urn:microsoft.com/office/officeart/2018/2/layout/IconVerticalSolidList"/>
    <dgm:cxn modelId="{A65725DC-FD42-432C-B2A5-FBFBBAD978F1}" type="presParOf" srcId="{254A2621-CF3F-4B2F-A7B3-2AA22FA160D5}" destId="{A093A0AA-4FBD-41C7-8CDF-04A4A2176129}" srcOrd="3" destOrd="0" presId="urn:microsoft.com/office/officeart/2018/2/layout/IconVerticalSolidList"/>
    <dgm:cxn modelId="{A28B7322-D707-4620-941A-CABB87CC4D14}" type="presParOf" srcId="{D2CAF983-E1E5-47DE-8EB0-7908B4AE2B07}" destId="{64F57BBA-5A04-46B2-B2C4-3A4BC045D8E9}" srcOrd="5" destOrd="0" presId="urn:microsoft.com/office/officeart/2018/2/layout/IconVerticalSolidList"/>
    <dgm:cxn modelId="{8F955653-7F18-4D05-A6A2-CF3E763522C9}" type="presParOf" srcId="{D2CAF983-E1E5-47DE-8EB0-7908B4AE2B07}" destId="{06FAF9D5-BC66-42C9-AF74-AC911B0FD8A5}" srcOrd="6" destOrd="0" presId="urn:microsoft.com/office/officeart/2018/2/layout/IconVerticalSolidList"/>
    <dgm:cxn modelId="{28580613-384E-40EE-914C-B44374315FD6}" type="presParOf" srcId="{06FAF9D5-BC66-42C9-AF74-AC911B0FD8A5}" destId="{4245ABDB-D6E3-4B18-969E-ED1EBE7EFF6E}" srcOrd="0" destOrd="0" presId="urn:microsoft.com/office/officeart/2018/2/layout/IconVerticalSolidList"/>
    <dgm:cxn modelId="{CFAA8958-E81C-4679-9F7D-CE12AB2301F3}" type="presParOf" srcId="{06FAF9D5-BC66-42C9-AF74-AC911B0FD8A5}" destId="{C79E87E7-85F1-4608-A9B5-ABD39D773FAF}" srcOrd="1" destOrd="0" presId="urn:microsoft.com/office/officeart/2018/2/layout/IconVerticalSolidList"/>
    <dgm:cxn modelId="{8E1D7605-7AEA-4EAD-862B-B42FBC27BE21}" type="presParOf" srcId="{06FAF9D5-BC66-42C9-AF74-AC911B0FD8A5}" destId="{7BFBAF54-0122-4720-95C2-938BD9233DAB}" srcOrd="2" destOrd="0" presId="urn:microsoft.com/office/officeart/2018/2/layout/IconVerticalSolidList"/>
    <dgm:cxn modelId="{61F4211B-FC73-4257-A05E-D8D88E72F4D0}" type="presParOf" srcId="{06FAF9D5-BC66-42C9-AF74-AC911B0FD8A5}" destId="{46ED5A1C-7DA3-4271-9230-48773486E475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628E0E9-3CE5-4062-A9FA-1E0AD0F09D36}">
      <dsp:nvSpPr>
        <dsp:cNvPr id="0" name=""/>
        <dsp:cNvSpPr/>
      </dsp:nvSpPr>
      <dsp:spPr>
        <a:xfrm>
          <a:off x="973" y="802924"/>
          <a:ext cx="1267461" cy="126746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22225" cap="rnd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5F64EF0-3CBC-4A7D-86DE-FB8508F9F6D9}">
      <dsp:nvSpPr>
        <dsp:cNvPr id="0" name=""/>
        <dsp:cNvSpPr/>
      </dsp:nvSpPr>
      <dsp:spPr>
        <a:xfrm>
          <a:off x="207304" y="1563401"/>
          <a:ext cx="1267461" cy="126746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t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b="1" kern="1200" dirty="0">
              <a:latin typeface="Aptos" panose="020B0004020202020204" pitchFamily="34" charset="0"/>
            </a:rPr>
            <a:t>Confusion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>
              <a:latin typeface="Aptos" panose="020B0004020202020204" pitchFamily="34" charset="0"/>
            </a:rPr>
            <a:t>The deliverables  responsibilities split  but…</a:t>
          </a:r>
          <a:endParaRPr lang="en-AE" sz="800" kern="1200" dirty="0">
            <a:latin typeface="Aptos" panose="020B0004020202020204" pitchFamily="34" charset="0"/>
          </a:endParaRPr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600" b="1" kern="1200" dirty="0">
              <a:latin typeface="Aptos" panose="020B0004020202020204" pitchFamily="34" charset="0"/>
            </a:rPr>
            <a:t>Not sure what to analysis- real network/ imaginary??</a:t>
          </a:r>
          <a:endParaRPr lang="en-AE" sz="600" kern="1200" dirty="0">
            <a:latin typeface="Aptos" panose="020B0004020202020204" pitchFamily="34" charset="0"/>
          </a:endParaRPr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600" b="1" kern="1200">
              <a:latin typeface="Aptos" panose="020B0004020202020204" pitchFamily="34" charset="0"/>
            </a:rPr>
            <a:t>Who to do what at the beginning</a:t>
          </a:r>
          <a:endParaRPr lang="en-AE" sz="600" b="1" kern="1200" dirty="0">
            <a:latin typeface="Aptos" panose="020B0004020202020204" pitchFamily="34" charset="0"/>
          </a:endParaRPr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600" b="1" kern="1200">
              <a:latin typeface="Aptos" panose="020B0004020202020204" pitchFamily="34" charset="0"/>
            </a:rPr>
            <a:t>Which AI tool and how to use</a:t>
          </a:r>
          <a:endParaRPr lang="en-AE" sz="600" b="1" kern="1200" dirty="0">
            <a:latin typeface="Aptos" panose="020B0004020202020204" pitchFamily="34" charset="0"/>
          </a:endParaRPr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600" b="1" kern="1200">
              <a:latin typeface="Aptos" panose="020B0004020202020204" pitchFamily="34" charset="0"/>
            </a:rPr>
            <a:t>Each to his own “domain</a:t>
          </a:r>
          <a:endParaRPr lang="en-AE" sz="600" kern="1200" dirty="0">
            <a:latin typeface="Aptos" panose="020B0004020202020204" pitchFamily="34" charset="0"/>
          </a:endParaRPr>
        </a:p>
      </dsp:txBody>
      <dsp:txXfrm>
        <a:off x="244427" y="1600524"/>
        <a:ext cx="1193215" cy="1193215"/>
      </dsp:txXfrm>
    </dsp:sp>
    <dsp:sp modelId="{3C4C8F0F-C271-4113-94E6-082CBB457ACD}">
      <dsp:nvSpPr>
        <dsp:cNvPr id="0" name=""/>
        <dsp:cNvSpPr/>
      </dsp:nvSpPr>
      <dsp:spPr>
        <a:xfrm>
          <a:off x="1512576" y="1284378"/>
          <a:ext cx="244141" cy="304553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AE" sz="700" kern="1200">
            <a:solidFill>
              <a:schemeClr val="tx1"/>
            </a:solidFill>
            <a:latin typeface="Aptos" panose="020B0004020202020204" pitchFamily="34" charset="0"/>
          </a:endParaRPr>
        </a:p>
      </dsp:txBody>
      <dsp:txXfrm>
        <a:off x="1512576" y="1345289"/>
        <a:ext cx="170899" cy="182731"/>
      </dsp:txXfrm>
    </dsp:sp>
    <dsp:sp modelId="{6FFFE9E0-0AAF-4BCB-8629-E7154493B1C8}">
      <dsp:nvSpPr>
        <dsp:cNvPr id="0" name=""/>
        <dsp:cNvSpPr/>
      </dsp:nvSpPr>
      <dsp:spPr>
        <a:xfrm>
          <a:off x="1965981" y="802924"/>
          <a:ext cx="1267461" cy="126746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22225" cap="rnd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618BC2A-E702-4FC3-8F52-2340AA62413A}">
      <dsp:nvSpPr>
        <dsp:cNvPr id="0" name=""/>
        <dsp:cNvSpPr/>
      </dsp:nvSpPr>
      <dsp:spPr>
        <a:xfrm>
          <a:off x="2172312" y="1563401"/>
          <a:ext cx="1267461" cy="126746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t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b="1" kern="1200">
              <a:latin typeface="Aptos" panose="020B0004020202020204" pitchFamily="34" charset="0"/>
            </a:rPr>
            <a:t>Sorting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>
              <a:latin typeface="Aptos" panose="020B0004020202020204" pitchFamily="34" charset="0"/>
            </a:rPr>
            <a:t>Division of Works</a:t>
          </a:r>
          <a:endParaRPr lang="en-AE" sz="800" kern="1200" dirty="0">
            <a:latin typeface="Aptos" panose="020B0004020202020204" pitchFamily="34" charset="0"/>
          </a:endParaRPr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600" b="1" kern="1200">
              <a:latin typeface="Aptos" panose="020B0004020202020204" pitchFamily="34" charset="0"/>
            </a:rPr>
            <a:t>Each person studying the main concepts related to their own deliverables</a:t>
          </a:r>
          <a:endParaRPr lang="en-AE" sz="600" kern="1200" dirty="0">
            <a:latin typeface="Aptos" panose="020B0004020202020204" pitchFamily="34" charset="0"/>
          </a:endParaRPr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600" b="1" kern="1200">
              <a:latin typeface="Aptos" panose="020B0004020202020204" pitchFamily="34" charset="0"/>
            </a:rPr>
            <a:t>Setting uo the Backlog file with task splits, deadlines and  tracking </a:t>
          </a:r>
          <a:endParaRPr lang="en-AE" sz="600" b="1" kern="1200" dirty="0">
            <a:latin typeface="Aptos" panose="020B0004020202020204" pitchFamily="34" charset="0"/>
          </a:endParaRPr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AE" sz="600" kern="1200" dirty="0">
            <a:solidFill>
              <a:schemeClr val="tx1"/>
            </a:solidFill>
            <a:latin typeface="Aptos" panose="020B0004020202020204" pitchFamily="34" charset="0"/>
          </a:endParaRPr>
        </a:p>
      </dsp:txBody>
      <dsp:txXfrm>
        <a:off x="2209435" y="1600524"/>
        <a:ext cx="1193215" cy="1193215"/>
      </dsp:txXfrm>
    </dsp:sp>
    <dsp:sp modelId="{08ABD57E-BCE5-4ED6-8013-D64B752404FD}">
      <dsp:nvSpPr>
        <dsp:cNvPr id="0" name=""/>
        <dsp:cNvSpPr/>
      </dsp:nvSpPr>
      <dsp:spPr>
        <a:xfrm>
          <a:off x="3477584" y="1284378"/>
          <a:ext cx="244141" cy="304553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AE" sz="700" kern="1200">
            <a:solidFill>
              <a:schemeClr val="tx1"/>
            </a:solidFill>
            <a:latin typeface="Aptos" panose="020B0004020202020204" pitchFamily="34" charset="0"/>
          </a:endParaRPr>
        </a:p>
      </dsp:txBody>
      <dsp:txXfrm>
        <a:off x="3477584" y="1345289"/>
        <a:ext cx="170899" cy="182731"/>
      </dsp:txXfrm>
    </dsp:sp>
    <dsp:sp modelId="{F8CA86C0-ACA8-40DD-9700-AB790B46261F}">
      <dsp:nvSpPr>
        <dsp:cNvPr id="0" name=""/>
        <dsp:cNvSpPr/>
      </dsp:nvSpPr>
      <dsp:spPr>
        <a:xfrm>
          <a:off x="3930989" y="802924"/>
          <a:ext cx="1267461" cy="126746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22225" cap="rnd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D6317F6-5965-4523-BFBC-49580DB203F1}">
      <dsp:nvSpPr>
        <dsp:cNvPr id="0" name=""/>
        <dsp:cNvSpPr/>
      </dsp:nvSpPr>
      <dsp:spPr>
        <a:xfrm>
          <a:off x="4137320" y="1563401"/>
          <a:ext cx="1267461" cy="126746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t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b="1" kern="1200">
              <a:latin typeface="Aptos" panose="020B0004020202020204" pitchFamily="34" charset="0"/>
            </a:rPr>
            <a:t>Shaping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>
              <a:latin typeface="Aptos" panose="020B0004020202020204" pitchFamily="34" charset="0"/>
            </a:rPr>
            <a:t>Getting in the grooves</a:t>
          </a:r>
          <a:endParaRPr lang="en-AE" sz="800" kern="1200" dirty="0">
            <a:latin typeface="Aptos" panose="020B0004020202020204" pitchFamily="34" charset="0"/>
          </a:endParaRPr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600" b="1" kern="1200">
              <a:latin typeface="Aptos" panose="020B0004020202020204" pitchFamily="34" charset="0"/>
            </a:rPr>
            <a:t>Ojas the product owner defined which type of cloud network we will analyze </a:t>
          </a:r>
          <a:endParaRPr lang="en-AE" sz="600" kern="1200" dirty="0">
            <a:latin typeface="Aptos" panose="020B0004020202020204" pitchFamily="34" charset="0"/>
          </a:endParaRPr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600" b="1" kern="1200">
              <a:latin typeface="Aptos" panose="020B0004020202020204" pitchFamily="34" charset="0"/>
            </a:rPr>
            <a:t>Each researcher then aligned his research to this network.</a:t>
          </a:r>
          <a:endParaRPr lang="en-AE" sz="600" b="1" kern="1200" dirty="0">
            <a:latin typeface="Aptos" panose="020B0004020202020204" pitchFamily="34" charset="0"/>
          </a:endParaRPr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600" kern="1200">
              <a:latin typeface="Aptos" panose="020B0004020202020204" pitchFamily="34" charset="0"/>
            </a:rPr>
            <a:t>Deadlines were discussed and reassessed based on the relaxation of time-line</a:t>
          </a:r>
          <a:endParaRPr lang="en-AE" sz="600" kern="1200" dirty="0">
            <a:latin typeface="Aptos" panose="020B0004020202020204" pitchFamily="34" charset="0"/>
          </a:endParaRPr>
        </a:p>
      </dsp:txBody>
      <dsp:txXfrm>
        <a:off x="4174443" y="1600524"/>
        <a:ext cx="1193215" cy="1193215"/>
      </dsp:txXfrm>
    </dsp:sp>
    <dsp:sp modelId="{E7A5D761-DCF9-4DAA-A78F-C07C73CDA977}">
      <dsp:nvSpPr>
        <dsp:cNvPr id="0" name=""/>
        <dsp:cNvSpPr/>
      </dsp:nvSpPr>
      <dsp:spPr>
        <a:xfrm>
          <a:off x="5442591" y="1284378"/>
          <a:ext cx="244141" cy="304553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AE" sz="700" kern="1200">
            <a:solidFill>
              <a:schemeClr val="tx1"/>
            </a:solidFill>
            <a:latin typeface="Aptos" panose="020B0004020202020204" pitchFamily="34" charset="0"/>
          </a:endParaRPr>
        </a:p>
      </dsp:txBody>
      <dsp:txXfrm>
        <a:off x="5442591" y="1345289"/>
        <a:ext cx="170899" cy="182731"/>
      </dsp:txXfrm>
    </dsp:sp>
    <dsp:sp modelId="{BB86B901-6FC3-461D-91CC-DC12A7FC7A09}">
      <dsp:nvSpPr>
        <dsp:cNvPr id="0" name=""/>
        <dsp:cNvSpPr/>
      </dsp:nvSpPr>
      <dsp:spPr>
        <a:xfrm>
          <a:off x="5895996" y="802924"/>
          <a:ext cx="1267461" cy="126746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 w="22225" cap="rnd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EA3A0C4-E859-4C73-ACD8-73CE8821B6DC}">
      <dsp:nvSpPr>
        <dsp:cNvPr id="0" name=""/>
        <dsp:cNvSpPr/>
      </dsp:nvSpPr>
      <dsp:spPr>
        <a:xfrm>
          <a:off x="6102327" y="1563401"/>
          <a:ext cx="1267461" cy="126746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t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b="1" kern="1200">
              <a:latin typeface="Aptos" panose="020B0004020202020204" pitchFamily="34" charset="0"/>
            </a:rPr>
            <a:t>Conclusion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E" sz="800" kern="1200">
              <a:latin typeface="Aptos" panose="020B0004020202020204" pitchFamily="34" charset="0"/>
            </a:rPr>
            <a:t>Finalizing</a:t>
          </a:r>
          <a:endParaRPr lang="en-AE" sz="800" kern="1200" dirty="0">
            <a:latin typeface="Aptos" panose="020B0004020202020204" pitchFamily="34" charset="0"/>
          </a:endParaRPr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600" b="1" kern="1200">
              <a:latin typeface="Aptos" panose="020B0004020202020204" pitchFamily="34" charset="0"/>
            </a:rPr>
            <a:t>Each contributed his part to the original network proposed in the “Main report file”</a:t>
          </a:r>
          <a:endParaRPr lang="en-AE" sz="600" kern="1200" dirty="0">
            <a:latin typeface="Aptos" panose="020B0004020202020204" pitchFamily="34" charset="0"/>
          </a:endParaRPr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600" b="1" kern="1200">
              <a:latin typeface="Aptos" panose="020B0004020202020204" pitchFamily="34" charset="0"/>
            </a:rPr>
            <a:t>The introduction, Improvement suggestions were added  based on collective research.</a:t>
          </a:r>
          <a:endParaRPr lang="en-AE" sz="600" b="1" kern="1200" dirty="0">
            <a:latin typeface="Aptos" panose="020B0004020202020204" pitchFamily="34" charset="0"/>
          </a:endParaRPr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600" b="1" kern="1200">
              <a:latin typeface="Aptos" panose="020B0004020202020204" pitchFamily="34" charset="0"/>
            </a:rPr>
            <a:t>Executive summary file prepared by AI!</a:t>
          </a:r>
          <a:endParaRPr lang="en-AE" sz="600" b="1" kern="1200" dirty="0">
            <a:latin typeface="Aptos" panose="020B0004020202020204" pitchFamily="34" charset="0"/>
          </a:endParaRPr>
        </a:p>
      </dsp:txBody>
      <dsp:txXfrm>
        <a:off x="6139450" y="1600524"/>
        <a:ext cx="1193215" cy="119321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5978F16-AA66-4A1C-8CBF-472D9A53B22B}">
      <dsp:nvSpPr>
        <dsp:cNvPr id="0" name=""/>
        <dsp:cNvSpPr/>
      </dsp:nvSpPr>
      <dsp:spPr>
        <a:xfrm rot="5400000">
          <a:off x="7133092" y="-3068583"/>
          <a:ext cx="734547" cy="7059168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b="1" kern="1200" dirty="0">
              <a:latin typeface="Aptos" panose="020B0004020202020204" pitchFamily="34" charset="0"/>
            </a:rPr>
            <a:t>Capital One AWS Breach (2019)</a:t>
          </a:r>
          <a:endParaRPr lang="en-AE" sz="1200" b="1" kern="1200" dirty="0">
            <a:latin typeface="Aptos" panose="020B0004020202020204" pitchFamily="34" charset="0"/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>
              <a:latin typeface="Aptos" panose="020B0004020202020204" pitchFamily="34" charset="0"/>
            </a:rPr>
            <a:t>A Web Application Firewall (WAF) </a:t>
          </a:r>
          <a:r>
            <a:rPr lang="en-US" sz="1200" b="1" kern="1200" dirty="0">
              <a:latin typeface="Aptos" panose="020B0004020202020204" pitchFamily="34" charset="0"/>
            </a:rPr>
            <a:t>misconfiguration</a:t>
          </a:r>
          <a:r>
            <a:rPr lang="en-US" sz="1200" kern="1200" dirty="0">
              <a:latin typeface="Aptos" panose="020B0004020202020204" pitchFamily="34" charset="0"/>
            </a:rPr>
            <a:t> enabled an </a:t>
          </a:r>
          <a:r>
            <a:rPr lang="en-US" sz="1200" kern="1200" dirty="0" err="1">
              <a:latin typeface="Aptos" panose="020B0004020202020204" pitchFamily="34" charset="0"/>
            </a:rPr>
            <a:t>ServerS</a:t>
          </a:r>
          <a:r>
            <a:rPr lang="en-US" sz="1200" kern="1200" dirty="0">
              <a:latin typeface="Aptos" panose="020B0004020202020204" pitchFamily="34" charset="0"/>
            </a:rPr>
            <a:t> ide Request Forgery (SSRF) attack, exposing sensitive data from the public-facing tier.</a:t>
          </a:r>
          <a:endParaRPr lang="en-AE" sz="1200" kern="1200" dirty="0">
            <a:latin typeface="Aptos" panose="020B0004020202020204" pitchFamily="34" charset="0"/>
          </a:endParaRPr>
        </a:p>
      </dsp:txBody>
      <dsp:txXfrm rot="-5400000">
        <a:off x="3970782" y="129585"/>
        <a:ext cx="7023310" cy="662831"/>
      </dsp:txXfrm>
    </dsp:sp>
    <dsp:sp modelId="{B1B5EA74-55E8-49CC-B7DA-CBDF61B2BEC0}">
      <dsp:nvSpPr>
        <dsp:cNvPr id="0" name=""/>
        <dsp:cNvSpPr/>
      </dsp:nvSpPr>
      <dsp:spPr>
        <a:xfrm>
          <a:off x="0" y="1909"/>
          <a:ext cx="3970782" cy="918183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Aptos" panose="020B0004020202020204" pitchFamily="34" charset="0"/>
            </a:rPr>
            <a:t>Web Tier </a:t>
          </a:r>
        </a:p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Aptos" panose="020B0004020202020204" pitchFamily="34" charset="0"/>
            </a:rPr>
            <a:t>(Public Subnets)</a:t>
          </a:r>
          <a:endParaRPr lang="en-AE" sz="2200" kern="1200" dirty="0">
            <a:latin typeface="Aptos" panose="020B0004020202020204" pitchFamily="34" charset="0"/>
          </a:endParaRPr>
        </a:p>
      </dsp:txBody>
      <dsp:txXfrm>
        <a:off x="44822" y="46731"/>
        <a:ext cx="3881138" cy="828539"/>
      </dsp:txXfrm>
    </dsp:sp>
    <dsp:sp modelId="{16D5BF33-2F94-40ED-AABD-CAC126C400A9}">
      <dsp:nvSpPr>
        <dsp:cNvPr id="0" name=""/>
        <dsp:cNvSpPr/>
      </dsp:nvSpPr>
      <dsp:spPr>
        <a:xfrm rot="5400000">
          <a:off x="7133092" y="-2104490"/>
          <a:ext cx="734547" cy="7059168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b="1" kern="1200" dirty="0">
              <a:latin typeface="Aptos" panose="020B0004020202020204" pitchFamily="34" charset="0"/>
            </a:rPr>
            <a:t>Tesla Kubernetes Console Exposure (2018)</a:t>
          </a:r>
          <a:endParaRPr lang="en-AE" sz="1200" b="1" kern="1200" dirty="0">
            <a:latin typeface="Aptos" panose="020B0004020202020204" pitchFamily="34" charset="0"/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>
              <a:latin typeface="Aptos" panose="020B0004020202020204" pitchFamily="34" charset="0"/>
            </a:rPr>
            <a:t>An unsecured Kubernetes admin console in a private subnet allowed attackers to deploy cryptojacking workloads and move laterally into Tesla’s application tier.</a:t>
          </a:r>
          <a:endParaRPr lang="en-AE" sz="1200" kern="1200" dirty="0">
            <a:latin typeface="Aptos" panose="020B0004020202020204" pitchFamily="34" charset="0"/>
          </a:endParaRPr>
        </a:p>
      </dsp:txBody>
      <dsp:txXfrm rot="-5400000">
        <a:off x="3970782" y="1093678"/>
        <a:ext cx="7023310" cy="662831"/>
      </dsp:txXfrm>
    </dsp:sp>
    <dsp:sp modelId="{36DB553F-E0BB-4FD1-97CE-87C1684FB2D7}">
      <dsp:nvSpPr>
        <dsp:cNvPr id="0" name=""/>
        <dsp:cNvSpPr/>
      </dsp:nvSpPr>
      <dsp:spPr>
        <a:xfrm>
          <a:off x="0" y="966002"/>
          <a:ext cx="3970782" cy="918183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Aptos" panose="020B0004020202020204" pitchFamily="34" charset="0"/>
            </a:rPr>
            <a:t>App Tier </a:t>
          </a:r>
        </a:p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Aptos" panose="020B0004020202020204" pitchFamily="34" charset="0"/>
            </a:rPr>
            <a:t>(Private Subnets)</a:t>
          </a:r>
          <a:endParaRPr lang="en-AE" sz="2200" kern="1200" dirty="0">
            <a:latin typeface="Aptos" panose="020B0004020202020204" pitchFamily="34" charset="0"/>
          </a:endParaRPr>
        </a:p>
      </dsp:txBody>
      <dsp:txXfrm>
        <a:off x="44822" y="1010824"/>
        <a:ext cx="3881138" cy="828539"/>
      </dsp:txXfrm>
    </dsp:sp>
    <dsp:sp modelId="{25E65941-4292-406A-86D3-7248048D59AD}">
      <dsp:nvSpPr>
        <dsp:cNvPr id="0" name=""/>
        <dsp:cNvSpPr/>
      </dsp:nvSpPr>
      <dsp:spPr>
        <a:xfrm rot="5400000">
          <a:off x="7133092" y="-1140396"/>
          <a:ext cx="734547" cy="7059168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E" sz="1200" b="1" kern="1200"/>
            <a:t>MongoDB Cloud Exposures (2017)</a:t>
          </a:r>
          <a:endParaRPr lang="en-AE" sz="1200" kern="1200">
            <a:latin typeface="Aptos" panose="020B0004020202020204" pitchFamily="34" charset="0"/>
            <a:ea typeface="+mn-ea"/>
            <a:cs typeface="+mn-cs"/>
          </a:endParaRPr>
        </a:p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Char char="•"/>
          </a:pPr>
          <a:r>
            <a:rPr lang="en-US" sz="1200" kern="1200">
              <a:latin typeface="Aptos" panose="020B0004020202020204" pitchFamily="34" charset="0"/>
              <a:ea typeface="+mn-ea"/>
              <a:cs typeface="+mn-cs"/>
            </a:rPr>
            <a:t>The exposure of thousands of misconfigured MongoDB instances within cloud VPCs resulted in large-scale data theft and widespread ransom extortion</a:t>
          </a:r>
          <a:endParaRPr lang="en-AE" sz="1200" kern="1200">
            <a:latin typeface="Aptos" panose="020B0004020202020204" pitchFamily="34" charset="0"/>
            <a:ea typeface="+mn-ea"/>
            <a:cs typeface="+mn-cs"/>
          </a:endParaRPr>
        </a:p>
      </dsp:txBody>
      <dsp:txXfrm rot="-5400000">
        <a:off x="3970782" y="2057772"/>
        <a:ext cx="7023310" cy="662831"/>
      </dsp:txXfrm>
    </dsp:sp>
    <dsp:sp modelId="{EBDB5F3A-8E4D-4FC8-9CB3-EFBD2B053B11}">
      <dsp:nvSpPr>
        <dsp:cNvPr id="0" name=""/>
        <dsp:cNvSpPr/>
      </dsp:nvSpPr>
      <dsp:spPr>
        <a:xfrm>
          <a:off x="0" y="1930095"/>
          <a:ext cx="3970782" cy="918183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E" sz="2200" kern="1200">
              <a:latin typeface="Aptos" panose="020B0004020202020204" pitchFamily="34" charset="0"/>
              <a:ea typeface="+mn-ea"/>
              <a:cs typeface="+mn-cs"/>
            </a:rPr>
            <a:t>Data Tier </a:t>
          </a:r>
        </a:p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E" sz="2200" kern="1200">
              <a:latin typeface="Aptos" panose="020B0004020202020204" pitchFamily="34" charset="0"/>
              <a:ea typeface="+mn-ea"/>
              <a:cs typeface="+mn-cs"/>
            </a:rPr>
            <a:t>(Restricted Subnets)</a:t>
          </a:r>
        </a:p>
      </dsp:txBody>
      <dsp:txXfrm>
        <a:off x="44822" y="1974917"/>
        <a:ext cx="3881138" cy="828539"/>
      </dsp:txXfrm>
    </dsp:sp>
    <dsp:sp modelId="{FFE1993E-9FAC-4D1A-BD5E-5487B618C8D0}">
      <dsp:nvSpPr>
        <dsp:cNvPr id="0" name=""/>
        <dsp:cNvSpPr/>
      </dsp:nvSpPr>
      <dsp:spPr>
        <a:xfrm rot="5400000">
          <a:off x="7133092" y="-176303"/>
          <a:ext cx="734547" cy="7059168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b="1" kern="1200" dirty="0">
              <a:latin typeface="Aptos" panose="020B0004020202020204" pitchFamily="34" charset="0"/>
            </a:rPr>
            <a:t>Verizon AWS S3 Leak (2017)</a:t>
          </a:r>
          <a:endParaRPr lang="en-AE" sz="1200" b="1" kern="1200" dirty="0">
            <a:latin typeface="Aptos" panose="020B0004020202020204" pitchFamily="34" charset="0"/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>
              <a:latin typeface="Aptos" panose="020B0004020202020204" pitchFamily="34" charset="0"/>
            </a:rPr>
            <a:t>Misconfigured S3 permissions enabled lateral movement from log files to sensitive customer data</a:t>
          </a:r>
          <a:endParaRPr lang="en-AE" sz="1200" kern="1200" dirty="0">
            <a:latin typeface="Aptos" panose="020B0004020202020204" pitchFamily="34" charset="0"/>
          </a:endParaRPr>
        </a:p>
      </dsp:txBody>
      <dsp:txXfrm rot="-5400000">
        <a:off x="3970782" y="3021865"/>
        <a:ext cx="7023310" cy="662831"/>
      </dsp:txXfrm>
    </dsp:sp>
    <dsp:sp modelId="{741B899C-FD57-4825-9852-D53EDE0A1B39}">
      <dsp:nvSpPr>
        <dsp:cNvPr id="0" name=""/>
        <dsp:cNvSpPr/>
      </dsp:nvSpPr>
      <dsp:spPr>
        <a:xfrm>
          <a:off x="0" y="2894188"/>
          <a:ext cx="3970782" cy="918183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Aptos" panose="020B0004020202020204" pitchFamily="34" charset="0"/>
            </a:rPr>
            <a:t>Cross Tier Movement</a:t>
          </a:r>
          <a:endParaRPr lang="en-AE" sz="2200" kern="1200" dirty="0">
            <a:latin typeface="Aptos" panose="020B0004020202020204" pitchFamily="34" charset="0"/>
          </a:endParaRPr>
        </a:p>
      </dsp:txBody>
      <dsp:txXfrm>
        <a:off x="44822" y="2939010"/>
        <a:ext cx="3881138" cy="82853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A3C3C70-4F82-43BE-897D-A884FBB11366}">
      <dsp:nvSpPr>
        <dsp:cNvPr id="0" name=""/>
        <dsp:cNvSpPr/>
      </dsp:nvSpPr>
      <dsp:spPr>
        <a:xfrm>
          <a:off x="0" y="1954"/>
          <a:ext cx="7012370" cy="990573"/>
        </a:xfrm>
        <a:prstGeom prst="roundRect">
          <a:avLst>
            <a:gd name="adj" fmla="val 10000"/>
          </a:avLst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B974EC7-5128-4DFF-A63E-A0AF98C893E2}">
      <dsp:nvSpPr>
        <dsp:cNvPr id="0" name=""/>
        <dsp:cNvSpPr/>
      </dsp:nvSpPr>
      <dsp:spPr>
        <a:xfrm>
          <a:off x="299648" y="224833"/>
          <a:ext cx="544815" cy="54481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2225" cap="rnd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30B9E96-7DA2-45F7-B20E-3C5FE10027C7}">
      <dsp:nvSpPr>
        <dsp:cNvPr id="0" name=""/>
        <dsp:cNvSpPr/>
      </dsp:nvSpPr>
      <dsp:spPr>
        <a:xfrm>
          <a:off x="1144111" y="1954"/>
          <a:ext cx="3155566" cy="9905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4836" tIns="104836" rIns="104836" bIns="104836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>
              <a:solidFill>
                <a:schemeClr val="bg1"/>
              </a:solidFill>
            </a:rPr>
            <a:t>Logical Segmentation</a:t>
          </a:r>
          <a:endParaRPr lang="en-US" sz="2200" kern="1200">
            <a:solidFill>
              <a:schemeClr val="bg1"/>
            </a:solidFill>
          </a:endParaRPr>
        </a:p>
      </dsp:txBody>
      <dsp:txXfrm>
        <a:off x="1144111" y="1954"/>
        <a:ext cx="3155566" cy="990573"/>
      </dsp:txXfrm>
    </dsp:sp>
    <dsp:sp modelId="{5B029714-5998-45FD-AD93-3AA39605FEB9}">
      <dsp:nvSpPr>
        <dsp:cNvPr id="0" name=""/>
        <dsp:cNvSpPr/>
      </dsp:nvSpPr>
      <dsp:spPr>
        <a:xfrm>
          <a:off x="4299678" y="1954"/>
          <a:ext cx="2712691" cy="9905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4836" tIns="104836" rIns="104836" bIns="104836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b="1" kern="1200">
            <a:solidFill>
              <a:schemeClr val="bg1"/>
            </a:solidFill>
          </a:endParaRP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>
              <a:solidFill>
                <a:schemeClr val="bg1"/>
              </a:solidFill>
            </a:rPr>
            <a:t>Tiered Subnetting</a:t>
          </a:r>
          <a:endParaRPr lang="en-US" sz="1400" kern="1200">
            <a:solidFill>
              <a:schemeClr val="bg1"/>
            </a:solidFill>
          </a:endParaRP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>
              <a:solidFill>
                <a:schemeClr val="bg1"/>
              </a:solidFill>
            </a:rPr>
            <a:t>Micro-segmentation</a:t>
          </a:r>
          <a:r>
            <a:rPr lang="en-US" sz="1400" kern="1200">
              <a:solidFill>
                <a:schemeClr val="bg1"/>
              </a:solidFill>
            </a:rPr>
            <a:t> .</a:t>
          </a:r>
        </a:p>
      </dsp:txBody>
      <dsp:txXfrm>
        <a:off x="4299678" y="1954"/>
        <a:ext cx="2712691" cy="990573"/>
      </dsp:txXfrm>
    </dsp:sp>
    <dsp:sp modelId="{14ED9380-40B4-467E-B47D-EA8CDE39D4C9}">
      <dsp:nvSpPr>
        <dsp:cNvPr id="0" name=""/>
        <dsp:cNvSpPr/>
      </dsp:nvSpPr>
      <dsp:spPr>
        <a:xfrm>
          <a:off x="0" y="1240170"/>
          <a:ext cx="7012370" cy="990573"/>
        </a:xfrm>
        <a:prstGeom prst="roundRect">
          <a:avLst>
            <a:gd name="adj" fmla="val 10000"/>
          </a:avLst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B534F10-0702-40C8-AFCE-F0BD46072AE9}">
      <dsp:nvSpPr>
        <dsp:cNvPr id="0" name=""/>
        <dsp:cNvSpPr/>
      </dsp:nvSpPr>
      <dsp:spPr>
        <a:xfrm>
          <a:off x="299648" y="1463049"/>
          <a:ext cx="544815" cy="54481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2225" cap="rnd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4945C0B-1111-4A98-B084-69B75D913CEE}">
      <dsp:nvSpPr>
        <dsp:cNvPr id="0" name=""/>
        <dsp:cNvSpPr/>
      </dsp:nvSpPr>
      <dsp:spPr>
        <a:xfrm>
          <a:off x="1144111" y="1240170"/>
          <a:ext cx="5868258" cy="9905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4836" tIns="104836" rIns="104836" bIns="104836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>
              <a:solidFill>
                <a:schemeClr val="bg1"/>
              </a:solidFill>
            </a:rPr>
            <a:t>IP Address Planning </a:t>
          </a:r>
          <a:endParaRPr lang="en-US" sz="2200" kern="1200">
            <a:solidFill>
              <a:schemeClr val="bg1"/>
            </a:solidFill>
          </a:endParaRPr>
        </a:p>
      </dsp:txBody>
      <dsp:txXfrm>
        <a:off x="1144111" y="1240170"/>
        <a:ext cx="5868258" cy="990573"/>
      </dsp:txXfrm>
    </dsp:sp>
    <dsp:sp modelId="{B2A65538-B00B-4DE1-B300-58C2CC7F9478}">
      <dsp:nvSpPr>
        <dsp:cNvPr id="0" name=""/>
        <dsp:cNvSpPr/>
      </dsp:nvSpPr>
      <dsp:spPr>
        <a:xfrm>
          <a:off x="0" y="2478387"/>
          <a:ext cx="7012370" cy="990573"/>
        </a:xfrm>
        <a:prstGeom prst="roundRect">
          <a:avLst>
            <a:gd name="adj" fmla="val 10000"/>
          </a:avLst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F30B9AB-FF75-4DC1-A9EE-9BBD6BB5DDAA}">
      <dsp:nvSpPr>
        <dsp:cNvPr id="0" name=""/>
        <dsp:cNvSpPr/>
      </dsp:nvSpPr>
      <dsp:spPr>
        <a:xfrm>
          <a:off x="299648" y="2701266"/>
          <a:ext cx="544815" cy="54481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2225" cap="rnd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93A0AA-4FBD-41C7-8CDF-04A4A2176129}">
      <dsp:nvSpPr>
        <dsp:cNvPr id="0" name=""/>
        <dsp:cNvSpPr/>
      </dsp:nvSpPr>
      <dsp:spPr>
        <a:xfrm>
          <a:off x="1144111" y="2478387"/>
          <a:ext cx="5868258" cy="9905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4836" tIns="104836" rIns="104836" bIns="104836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>
              <a:solidFill>
                <a:schemeClr val="bg1"/>
              </a:solidFill>
            </a:rPr>
            <a:t>Connectivity Hubs </a:t>
          </a:r>
          <a:endParaRPr lang="en-US" sz="2200" kern="1200">
            <a:solidFill>
              <a:schemeClr val="bg1"/>
            </a:solidFill>
          </a:endParaRPr>
        </a:p>
      </dsp:txBody>
      <dsp:txXfrm>
        <a:off x="1144111" y="2478387"/>
        <a:ext cx="5868258" cy="990573"/>
      </dsp:txXfrm>
    </dsp:sp>
    <dsp:sp modelId="{4245ABDB-D6E3-4B18-969E-ED1EBE7EFF6E}">
      <dsp:nvSpPr>
        <dsp:cNvPr id="0" name=""/>
        <dsp:cNvSpPr/>
      </dsp:nvSpPr>
      <dsp:spPr>
        <a:xfrm>
          <a:off x="0" y="3716603"/>
          <a:ext cx="7012370" cy="990573"/>
        </a:xfrm>
        <a:prstGeom prst="roundRect">
          <a:avLst>
            <a:gd name="adj" fmla="val 10000"/>
          </a:avLst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79E87E7-85F1-4608-A9B5-ABD39D773FAF}">
      <dsp:nvSpPr>
        <dsp:cNvPr id="0" name=""/>
        <dsp:cNvSpPr/>
      </dsp:nvSpPr>
      <dsp:spPr>
        <a:xfrm>
          <a:off x="299648" y="3939482"/>
          <a:ext cx="544815" cy="544815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2225" cap="rnd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ED5A1C-7DA3-4271-9230-48773486E475}">
      <dsp:nvSpPr>
        <dsp:cNvPr id="0" name=""/>
        <dsp:cNvSpPr/>
      </dsp:nvSpPr>
      <dsp:spPr>
        <a:xfrm>
          <a:off x="1144111" y="3716603"/>
          <a:ext cx="5868258" cy="9905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4836" tIns="104836" rIns="104836" bIns="104836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>
              <a:solidFill>
                <a:schemeClr val="bg1"/>
              </a:solidFill>
            </a:rPr>
            <a:t>Edge Security</a:t>
          </a:r>
          <a:endParaRPr lang="en-US" sz="2200" kern="1200">
            <a:solidFill>
              <a:schemeClr val="bg1"/>
            </a:solidFill>
          </a:endParaRPr>
        </a:p>
      </dsp:txBody>
      <dsp:txXfrm>
        <a:off x="1144111" y="3716603"/>
        <a:ext cx="5868258" cy="99057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10">
  <dgm:title val=""/>
  <dgm:desc val=""/>
  <dgm:catLst>
    <dgm:cat type="process" pri="3000"/>
    <dgm:cat type="picture" pri="30000"/>
    <dgm:cat type="pictureconvert" pri="3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op="equ" fact="0.3333"/>
      <dgm:constr type="primFontSz" for="des" forName="txNode" op="equ" val="65"/>
      <dgm:constr type="primFontSz" for="des" forName="connTx" op="equ" val="55"/>
      <dgm:constr type="primFontSz" for="des" forName="connTx" refType="primFontSz" refFor="des" refForName="txNode" op="lte" fact="0.8"/>
    </dgm:constrLst>
    <dgm:ruleLst/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5">
          <dgm:if name="Name6" func="var" arg="dir" op="equ" val="norm">
            <dgm:constrLst>
              <dgm:constr type="l" for="ch" forName="imagSh"/>
              <dgm:constr type="w" for="ch" forName="imagSh" refType="w" fact="0.86"/>
              <dgm:constr type="t" for="ch" forName="imagSh"/>
              <dgm:constr type="h" for="ch" forName="imagSh" refType="w" refFor="ch" refForName="imagSh"/>
              <dgm:constr type="l" for="ch" forName="txNode" refType="w" fact="0.14"/>
              <dgm:constr type="w" for="ch" forName="txNode" refType="w" refFor="ch" refForName="imagSh"/>
              <dgm:constr type="t" for="ch" forName="txNode" refType="h" refFor="ch" refForName="imagSh" fact="0.6"/>
              <dgm:constr type="h" for="ch" forName="txNode" refType="h" refFor="ch" refForName="imagSh"/>
            </dgm:constrLst>
          </dgm:if>
          <dgm:else name="Name7">
            <dgm:constrLst>
              <dgm:constr type="l" for="ch" forName="imagSh" refType="w" fact="0.14"/>
              <dgm:constr type="w" for="ch" forName="imagSh" refType="w" fact="0.86"/>
              <dgm:constr type="t" for="ch" forName="imagSh"/>
              <dgm:constr type="h" for="ch" forName="imagSh" refType="w" refFor="ch" refForName="imagSh"/>
              <dgm:constr type="l" for="ch" forName="txNode"/>
              <dgm:constr type="w" for="ch" forName="txNode" refType="w" refFor="ch" refForName="imagSh"/>
              <dgm:constr type="t" for="ch" forName="txNode" refType="h" refFor="ch" refForName="imagSh" fact="0.6"/>
              <dgm:constr type="h" for="ch" forName="txNode" refType="h" refFor="ch" refForName="imagSh"/>
            </dgm:constrLst>
          </dgm:else>
        </dgm:choose>
        <dgm:ruleLst/>
        <dgm:layoutNode name="imagSh" styleLbl="b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x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imagSh"/>
            <dgm:param type="dstNode" val="imagSh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35"/>
            <dgm:constr type="endPad" refType="connDist" fact="0.3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4C3C3A6-B337-4D83-9CDB-B9C35780FF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C79A68-3D73-4695-8C1E-3CDBCB536D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97C6B7-F63D-48F8-8C65-A57506B0F13B}" type="datetimeFigureOut">
              <a:rPr lang="en-US" smtClean="0"/>
              <a:t>2/14/2026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F5045C-A7CE-41D4-85C5-0E9ACEEF9B2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9ABD0F-F8EA-4B9F-8647-FC7D4AE3D83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AB78DD-9481-4863-BCCC-946573546DA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50403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09A0FA-2191-4F92-A1E4-6EB4598AC4EC}" type="datetimeFigureOut">
              <a:rPr lang="en-US" smtClean="0"/>
              <a:t>2/14/2026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3359F2-43EF-4812-9DC0-98C0B1A4068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01116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SHUBHAM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35233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SHUBHAM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8502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  <a:p>
            <a:r>
              <a:rPr lang="en-US" b="1" dirty="0"/>
              <a:t>OJAS</a:t>
            </a:r>
          </a:p>
          <a:p>
            <a:endParaRPr lang="en-A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42705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OJAS</a:t>
            </a:r>
            <a:endParaRPr lang="en-AE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56843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SHUBHAM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30475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9AAAB-C32E-B026-A3CF-9532CE78A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9FFEF3-E391-9048-ACA8-2122F0907B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CCBCCA-68EC-6EB4-658E-56482756A4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SACHIN</a:t>
            </a:r>
          </a:p>
          <a:p>
            <a:endParaRPr lang="en-A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5FF23-AA3B-16B8-67E8-102F2974B6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3669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SACHIN</a:t>
            </a:r>
          </a:p>
          <a:p>
            <a:endParaRPr lang="en-A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34552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E" b="1" dirty="0"/>
              <a:t>NIGAM</a:t>
            </a:r>
          </a:p>
          <a:p>
            <a:endParaRPr lang="en-A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26086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SHUBHAM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76121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34647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6661567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340864"/>
            <a:ext cx="11029615" cy="36344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957535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0148966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194767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39" y="2228003"/>
            <a:ext cx="5194769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861492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4915542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2975325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3201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</p:spPr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989077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586436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873301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039887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31937252-EACE-4232-855F-5C47E3F8B08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200" y="1070901"/>
            <a:ext cx="11265407" cy="1499616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5" name="Picture Placeholder 24">
            <a:extLst>
              <a:ext uri="{FF2B5EF4-FFF2-40B4-BE49-F238E27FC236}">
                <a16:creationId xmlns:a16="http://schemas.microsoft.com/office/drawing/2014/main" id="{CBA6DBC1-39A1-48A6-8B81-3CD966D06E8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48055" y="3103684"/>
            <a:ext cx="11274551" cy="3287971"/>
          </a:xfrm>
          <a:solidFill>
            <a:schemeClr val="accent2"/>
          </a:solidFill>
        </p:spPr>
        <p:txBody>
          <a:bodyPr anchor="t" anchorCtr="0">
            <a:norm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2281959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926BD44-2224-46FF-A4E7-9C9FFE197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40079"/>
            <a:ext cx="3657600" cy="2100851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FC87D77D-2EA4-028B-1ACF-E1120CE8F0E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57201" y="2862470"/>
            <a:ext cx="3657600" cy="3510898"/>
          </a:xfrm>
        </p:spPr>
        <p:txBody>
          <a:bodyPr anchor="t" anchorCtr="0">
            <a:normAutofit/>
          </a:bodyPr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Click to add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CFA45C0-9EBE-13AF-9B5D-9D5F4BF223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42815" y="640080"/>
            <a:ext cx="7491984" cy="5751576"/>
          </a:xfrm>
          <a:custGeom>
            <a:avLst/>
            <a:gdLst>
              <a:gd name="connsiteX0" fmla="*/ 3800341 w 7491984"/>
              <a:gd name="connsiteY0" fmla="*/ 0 h 5751576"/>
              <a:gd name="connsiteX1" fmla="*/ 7491984 w 7491984"/>
              <a:gd name="connsiteY1" fmla="*/ 0 h 5751576"/>
              <a:gd name="connsiteX2" fmla="*/ 7491984 w 7491984"/>
              <a:gd name="connsiteY2" fmla="*/ 5751576 h 5751576"/>
              <a:gd name="connsiteX3" fmla="*/ 3800341 w 7491984"/>
              <a:gd name="connsiteY3" fmla="*/ 5751576 h 5751576"/>
              <a:gd name="connsiteX4" fmla="*/ 0 w 7491984"/>
              <a:gd name="connsiteY4" fmla="*/ 0 h 5751576"/>
              <a:gd name="connsiteX5" fmla="*/ 3696432 w 7491984"/>
              <a:gd name="connsiteY5" fmla="*/ 0 h 5751576"/>
              <a:gd name="connsiteX6" fmla="*/ 3696432 w 7491984"/>
              <a:gd name="connsiteY6" fmla="*/ 5751576 h 5751576"/>
              <a:gd name="connsiteX7" fmla="*/ 0 w 7491984"/>
              <a:gd name="connsiteY7" fmla="*/ 5751576 h 5751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491984" h="5751576">
                <a:moveTo>
                  <a:pt x="3800341" y="0"/>
                </a:moveTo>
                <a:lnTo>
                  <a:pt x="7491984" y="0"/>
                </a:lnTo>
                <a:lnTo>
                  <a:pt x="7491984" y="5751576"/>
                </a:lnTo>
                <a:lnTo>
                  <a:pt x="3800341" y="5751576"/>
                </a:lnTo>
                <a:close/>
                <a:moveTo>
                  <a:pt x="0" y="0"/>
                </a:moveTo>
                <a:lnTo>
                  <a:pt x="3696432" y="0"/>
                </a:lnTo>
                <a:lnTo>
                  <a:pt x="3696432" y="5751576"/>
                </a:lnTo>
                <a:lnTo>
                  <a:pt x="0" y="5751576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anchor="t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5DDC5FA-EEDB-898F-533E-4094ADA899B9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en-US" dirty="0"/>
              <a:t>2026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79B0359-4B55-D899-E584-A8E6B2ED912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6B916D02-76FE-EAED-CC51-A50448811F7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682289" y="6423914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34173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 + pictur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6882" y="629920"/>
            <a:ext cx="3606800" cy="2809240"/>
          </a:xfrm>
        </p:spPr>
        <p:txBody>
          <a:bodyPr anchor="b">
            <a:noAutofit/>
          </a:bodyPr>
          <a:lstStyle>
            <a:lvl1pPr algn="l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6881" y="3698240"/>
            <a:ext cx="3606800" cy="2271076"/>
          </a:xfrm>
        </p:spPr>
        <p:txBody>
          <a:bodyPr anchor="t">
            <a:noAutofit/>
          </a:bodyPr>
          <a:lstStyle>
            <a:lvl1pPr marL="0" indent="0" algn="l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070940-5919-2C95-2278-32E50BF14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7D599-49CF-19FE-6D86-C5EDB765F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931DF1-1C8D-86B9-BFDD-098FFC00F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02608" y="6423914"/>
            <a:ext cx="105251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54FD2A1-D363-7C44-2A72-54E8B397D31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36720" y="650240"/>
            <a:ext cx="7518398" cy="5713918"/>
          </a:xfrm>
          <a:custGeom>
            <a:avLst/>
            <a:gdLst>
              <a:gd name="connsiteX0" fmla="*/ 3806436 w 7518398"/>
              <a:gd name="connsiteY0" fmla="*/ 4479475 h 5713918"/>
              <a:gd name="connsiteX1" fmla="*/ 7518398 w 7518398"/>
              <a:gd name="connsiteY1" fmla="*/ 4479475 h 5713918"/>
              <a:gd name="connsiteX2" fmla="*/ 7518398 w 7518398"/>
              <a:gd name="connsiteY2" fmla="*/ 5713918 h 5713918"/>
              <a:gd name="connsiteX3" fmla="*/ 3806436 w 7518398"/>
              <a:gd name="connsiteY3" fmla="*/ 5713918 h 5713918"/>
              <a:gd name="connsiteX4" fmla="*/ 0 w 7518398"/>
              <a:gd name="connsiteY4" fmla="*/ 4479475 h 5713918"/>
              <a:gd name="connsiteX5" fmla="*/ 3702527 w 7518398"/>
              <a:gd name="connsiteY5" fmla="*/ 4479475 h 5713918"/>
              <a:gd name="connsiteX6" fmla="*/ 3702527 w 7518398"/>
              <a:gd name="connsiteY6" fmla="*/ 5713918 h 5713918"/>
              <a:gd name="connsiteX7" fmla="*/ 0 w 7518398"/>
              <a:gd name="connsiteY7" fmla="*/ 5713918 h 5713918"/>
              <a:gd name="connsiteX8" fmla="*/ 3806436 w 7518398"/>
              <a:gd name="connsiteY8" fmla="*/ 0 h 5713918"/>
              <a:gd name="connsiteX9" fmla="*/ 7518398 w 7518398"/>
              <a:gd name="connsiteY9" fmla="*/ 0 h 5713918"/>
              <a:gd name="connsiteX10" fmla="*/ 7518398 w 7518398"/>
              <a:gd name="connsiteY10" fmla="*/ 4379183 h 5713918"/>
              <a:gd name="connsiteX11" fmla="*/ 3806436 w 7518398"/>
              <a:gd name="connsiteY11" fmla="*/ 4379183 h 5713918"/>
              <a:gd name="connsiteX12" fmla="*/ 0 w 7518398"/>
              <a:gd name="connsiteY12" fmla="*/ 0 h 5713918"/>
              <a:gd name="connsiteX13" fmla="*/ 3702527 w 7518398"/>
              <a:gd name="connsiteY13" fmla="*/ 0 h 5713918"/>
              <a:gd name="connsiteX14" fmla="*/ 3702527 w 7518398"/>
              <a:gd name="connsiteY14" fmla="*/ 4379183 h 5713918"/>
              <a:gd name="connsiteX15" fmla="*/ 0 w 7518398"/>
              <a:gd name="connsiteY15" fmla="*/ 4379183 h 5713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7518398" h="5713918">
                <a:moveTo>
                  <a:pt x="3806436" y="4479475"/>
                </a:moveTo>
                <a:lnTo>
                  <a:pt x="7518398" y="4479475"/>
                </a:lnTo>
                <a:lnTo>
                  <a:pt x="7518398" y="5713918"/>
                </a:lnTo>
                <a:lnTo>
                  <a:pt x="3806436" y="5713918"/>
                </a:lnTo>
                <a:close/>
                <a:moveTo>
                  <a:pt x="0" y="4479475"/>
                </a:moveTo>
                <a:lnTo>
                  <a:pt x="3702527" y="4479475"/>
                </a:lnTo>
                <a:lnTo>
                  <a:pt x="3702527" y="5713918"/>
                </a:lnTo>
                <a:lnTo>
                  <a:pt x="0" y="5713918"/>
                </a:lnTo>
                <a:close/>
                <a:moveTo>
                  <a:pt x="3806436" y="0"/>
                </a:moveTo>
                <a:lnTo>
                  <a:pt x="7518398" y="0"/>
                </a:lnTo>
                <a:lnTo>
                  <a:pt x="7518398" y="4379183"/>
                </a:lnTo>
                <a:lnTo>
                  <a:pt x="3806436" y="4379183"/>
                </a:lnTo>
                <a:close/>
                <a:moveTo>
                  <a:pt x="0" y="0"/>
                </a:moveTo>
                <a:lnTo>
                  <a:pt x="3702527" y="0"/>
                </a:lnTo>
                <a:lnTo>
                  <a:pt x="3702527" y="4379183"/>
                </a:lnTo>
                <a:lnTo>
                  <a:pt x="0" y="4379183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anchor="t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577958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690880"/>
            <a:ext cx="1126744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57200" y="2318490"/>
            <a:ext cx="7371083" cy="3633047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0">
              <a:defRPr sz="1800"/>
            </a:lvl2pPr>
            <a:lvl3pPr marL="548640">
              <a:defRPr sz="1800"/>
            </a:lvl3pPr>
            <a:lvl4pPr marL="822960">
              <a:defRPr sz="1800"/>
            </a:lvl4pPr>
            <a:lvl5pPr marL="1097280"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E6EDC6B-B9AA-A4D9-A782-C38A0F84F63F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7993378" y="2318490"/>
            <a:ext cx="3731262" cy="3633047"/>
          </a:xfrm>
        </p:spPr>
        <p:txBody>
          <a:bodyPr anchor="t">
            <a:normAutofit/>
          </a:bodyPr>
          <a:lstStyle>
            <a:lvl1pPr marL="0" indent="-342900">
              <a:buFont typeface="+mj-lt"/>
              <a:buAutoNum type="arabicPeriod"/>
              <a:defRPr sz="1800"/>
            </a:lvl1pPr>
            <a:lvl2pPr marL="914400" indent="-342900">
              <a:buFont typeface="+mj-lt"/>
              <a:buAutoNum type="alphaLcPeriod"/>
              <a:defRPr sz="1800"/>
            </a:lvl2pPr>
            <a:lvl3pPr marL="1371600" indent="-342900">
              <a:buFont typeface="+mj-lt"/>
              <a:buAutoNum type="arabicPeriod"/>
              <a:defRPr sz="1800"/>
            </a:lvl3pPr>
            <a:lvl4pPr marL="1600200" indent="-342900">
              <a:buFont typeface="+mj-lt"/>
              <a:buAutoNum type="alphaLcParenR"/>
              <a:defRPr sz="1800"/>
            </a:lvl4pPr>
            <a:lvl5pPr marL="2057400" indent="-400050">
              <a:buFont typeface="+mj-lt"/>
              <a:buAutoNum type="romanLcPeriod"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57200" y="6423914"/>
            <a:ext cx="7041202" cy="365125"/>
          </a:xfrm>
        </p:spPr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  <a:p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58300" y="6423914"/>
            <a:ext cx="116634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682648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0F196A1-2430-4797-B656-A38302FAF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151" y="666984"/>
            <a:ext cx="3672970" cy="2125911"/>
          </a:xfrm>
        </p:spPr>
        <p:txBody>
          <a:bodyPr>
            <a:noAutofit/>
          </a:bodyPr>
          <a:lstStyle>
            <a:lvl1pPr algn="l">
              <a:defRPr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5A0AD703-0A43-5323-CCB2-832D424EF2DB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62151" y="2862479"/>
            <a:ext cx="3672970" cy="3491849"/>
          </a:xfrm>
        </p:spPr>
        <p:txBody>
          <a:bodyPr anchor="t" anchorCtr="0">
            <a:normAutofit/>
          </a:bodyPr>
          <a:lstStyle>
            <a:lvl1pPr marL="0" indent="0">
              <a:buNone/>
              <a:defRPr/>
            </a:lvl1pPr>
          </a:lstStyle>
          <a:p>
            <a:pPr lvl="0"/>
            <a:r>
              <a:rPr lang="en-US" noProof="0" dirty="0"/>
              <a:t>Click to add text 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627B629-9CBE-3ECF-2D88-F07AACD0374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31970" y="666985"/>
            <a:ext cx="7497880" cy="5687344"/>
          </a:xfrm>
          <a:custGeom>
            <a:avLst/>
            <a:gdLst>
              <a:gd name="connsiteX0" fmla="*/ 3803282 w 7497880"/>
              <a:gd name="connsiteY0" fmla="*/ 0 h 5687344"/>
              <a:gd name="connsiteX1" fmla="*/ 7497880 w 7497880"/>
              <a:gd name="connsiteY1" fmla="*/ 0 h 5687344"/>
              <a:gd name="connsiteX2" fmla="*/ 7497880 w 7497880"/>
              <a:gd name="connsiteY2" fmla="*/ 4581885 h 5687344"/>
              <a:gd name="connsiteX3" fmla="*/ 3803282 w 7497880"/>
              <a:gd name="connsiteY3" fmla="*/ 4581885 h 5687344"/>
              <a:gd name="connsiteX4" fmla="*/ 0 w 7497880"/>
              <a:gd name="connsiteY4" fmla="*/ 0 h 5687344"/>
              <a:gd name="connsiteX5" fmla="*/ 3699373 w 7497880"/>
              <a:gd name="connsiteY5" fmla="*/ 0 h 5687344"/>
              <a:gd name="connsiteX6" fmla="*/ 3699373 w 7497880"/>
              <a:gd name="connsiteY6" fmla="*/ 4581885 h 5687344"/>
              <a:gd name="connsiteX7" fmla="*/ 2 w 7497880"/>
              <a:gd name="connsiteY7" fmla="*/ 4581885 h 5687344"/>
              <a:gd name="connsiteX8" fmla="*/ 2 w 7497880"/>
              <a:gd name="connsiteY8" fmla="*/ 4679200 h 5687344"/>
              <a:gd name="connsiteX9" fmla="*/ 3699373 w 7497880"/>
              <a:gd name="connsiteY9" fmla="*/ 4679200 h 5687344"/>
              <a:gd name="connsiteX10" fmla="*/ 3699373 w 7497880"/>
              <a:gd name="connsiteY10" fmla="*/ 5679350 h 5687344"/>
              <a:gd name="connsiteX11" fmla="*/ 3803282 w 7497880"/>
              <a:gd name="connsiteY11" fmla="*/ 5679350 h 5687344"/>
              <a:gd name="connsiteX12" fmla="*/ 3803282 w 7497880"/>
              <a:gd name="connsiteY12" fmla="*/ 4679200 h 5687344"/>
              <a:gd name="connsiteX13" fmla="*/ 7497880 w 7497880"/>
              <a:gd name="connsiteY13" fmla="*/ 4679200 h 5687344"/>
              <a:gd name="connsiteX14" fmla="*/ 7497880 w 7497880"/>
              <a:gd name="connsiteY14" fmla="*/ 5687344 h 5687344"/>
              <a:gd name="connsiteX15" fmla="*/ 0 w 7497880"/>
              <a:gd name="connsiteY15" fmla="*/ 5687344 h 5687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7497880" h="5687344">
                <a:moveTo>
                  <a:pt x="3803282" y="0"/>
                </a:moveTo>
                <a:lnTo>
                  <a:pt x="7497880" y="0"/>
                </a:lnTo>
                <a:lnTo>
                  <a:pt x="7497880" y="4581885"/>
                </a:lnTo>
                <a:lnTo>
                  <a:pt x="3803282" y="4581885"/>
                </a:lnTo>
                <a:close/>
                <a:moveTo>
                  <a:pt x="0" y="0"/>
                </a:moveTo>
                <a:lnTo>
                  <a:pt x="3699373" y="0"/>
                </a:lnTo>
                <a:lnTo>
                  <a:pt x="3699373" y="4581885"/>
                </a:lnTo>
                <a:lnTo>
                  <a:pt x="2" y="4581885"/>
                </a:lnTo>
                <a:lnTo>
                  <a:pt x="2" y="4679200"/>
                </a:lnTo>
                <a:lnTo>
                  <a:pt x="3699373" y="4679200"/>
                </a:lnTo>
                <a:lnTo>
                  <a:pt x="3699373" y="5679350"/>
                </a:lnTo>
                <a:lnTo>
                  <a:pt x="3803282" y="5679350"/>
                </a:lnTo>
                <a:lnTo>
                  <a:pt x="3803282" y="4679200"/>
                </a:lnTo>
                <a:lnTo>
                  <a:pt x="7497880" y="4679200"/>
                </a:lnTo>
                <a:lnTo>
                  <a:pt x="7497880" y="5687344"/>
                </a:lnTo>
                <a:lnTo>
                  <a:pt x="0" y="5687344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anchor="t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noProof="0" dirty="0"/>
              <a:t>Click to add picture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0DD7D93-4C4D-E385-9F8C-40536F0BDEA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 noProof="0"/>
              <a:t>20XX</a:t>
            </a:r>
            <a:endParaRPr lang="en-US" noProof="0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C99FA72-244D-9DC3-C9B7-E7DAD50A01F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25A4F6F-66FD-CDA5-7F8F-F5FD6382CFC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677340" y="6423914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2892311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2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457D222-120F-E222-DE7E-B44B0BC1863F}"/>
              </a:ext>
            </a:extLst>
          </p:cNvPr>
          <p:cNvGrpSpPr/>
          <p:nvPr userDrawn="1"/>
        </p:nvGrpSpPr>
        <p:grpSpPr>
          <a:xfrm>
            <a:off x="428696" y="482137"/>
            <a:ext cx="11301155" cy="81191"/>
            <a:chOff x="428696" y="482137"/>
            <a:chExt cx="11301155" cy="8119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9DF259B-1168-B954-21F8-A08A3C462F3C}"/>
                </a:ext>
              </a:extLst>
            </p:cNvPr>
            <p:cNvSpPr/>
            <p:nvPr/>
          </p:nvSpPr>
          <p:spPr>
            <a:xfrm flipV="1">
              <a:off x="428696" y="482137"/>
              <a:ext cx="3703321" cy="81191"/>
            </a:xfrm>
            <a:prstGeom prst="rect">
              <a:avLst/>
            </a:prstGeom>
            <a:solidFill>
              <a:schemeClr val="accent3"/>
            </a:solidFill>
            <a:ln w="539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B5A595C-AA3A-9D82-01BB-7810CE5F7A5E}"/>
                </a:ext>
              </a:extLst>
            </p:cNvPr>
            <p:cNvSpPr/>
            <p:nvPr/>
          </p:nvSpPr>
          <p:spPr>
            <a:xfrm flipV="1">
              <a:off x="4235926" y="482137"/>
              <a:ext cx="3703321" cy="81191"/>
            </a:xfrm>
            <a:prstGeom prst="rect">
              <a:avLst/>
            </a:prstGeom>
            <a:solidFill>
              <a:schemeClr val="accent1"/>
            </a:solidFill>
            <a:ln w="539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178CB63-8F78-566B-8120-9DC73FB7B23B}"/>
                </a:ext>
              </a:extLst>
            </p:cNvPr>
            <p:cNvSpPr/>
            <p:nvPr/>
          </p:nvSpPr>
          <p:spPr>
            <a:xfrm flipV="1">
              <a:off x="8026530" y="482137"/>
              <a:ext cx="3703321" cy="81191"/>
            </a:xfrm>
            <a:prstGeom prst="rect">
              <a:avLst/>
            </a:prstGeom>
            <a:solidFill>
              <a:schemeClr val="accent4"/>
            </a:solidFill>
            <a:ln w="539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109105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0" r:id="rId1"/>
    <p:sldLayoutId id="2147483801" r:id="rId2"/>
    <p:sldLayoutId id="2147483802" r:id="rId3"/>
    <p:sldLayoutId id="2147483803" r:id="rId4"/>
    <p:sldLayoutId id="2147483804" r:id="rId5"/>
    <p:sldLayoutId id="2147483805" r:id="rId6"/>
    <p:sldLayoutId id="2147483806" r:id="rId7"/>
    <p:sldLayoutId id="2147483807" r:id="rId8"/>
    <p:sldLayoutId id="2147483808" r:id="rId9"/>
    <p:sldLayoutId id="2147483809" r:id="rId10"/>
    <p:sldLayoutId id="2147483810" r:id="rId11"/>
    <p:sldLayoutId id="2147483811" r:id="rId12"/>
    <p:sldLayoutId id="2147483812" r:id="rId13"/>
    <p:sldLayoutId id="2147483814" r:id="rId14"/>
    <p:sldLayoutId id="2147483820" r:id="rId15"/>
    <p:sldLayoutId id="2147483822" r:id="rId16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79F0267-9D1C-BDA9-A152-B01CD379FC9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Project 1	: 	The cloud network: security analysis</a:t>
            </a:r>
            <a:br>
              <a:rPr lang="en-US" dirty="0"/>
            </a:br>
            <a:r>
              <a:rPr lang="en-US" sz="2400" dirty="0"/>
              <a:t>team			:	</a:t>
            </a:r>
            <a:r>
              <a:rPr lang="en-US" sz="2400" dirty="0" err="1"/>
              <a:t>rootshell</a:t>
            </a:r>
            <a:endParaRPr lang="en-US" sz="2400" dirty="0"/>
          </a:p>
        </p:txBody>
      </p:sp>
      <p:pic>
        <p:nvPicPr>
          <p:cNvPr id="10" name="Picture Placeholder 9" descr="A stethoscope on a clipboard">
            <a:extLst>
              <a:ext uri="{FF2B5EF4-FFF2-40B4-BE49-F238E27FC236}">
                <a16:creationId xmlns:a16="http://schemas.microsoft.com/office/drawing/2014/main" id="{CC4B82FA-2EA0-5319-6B9C-8D78349FCB0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/>
          <a:srcRect t="28164" b="28164"/>
          <a:stretch/>
        </p:blipFill>
        <p:spPr/>
      </p:pic>
    </p:spTree>
    <p:extLst>
      <p:ext uri="{BB962C8B-B14F-4D97-AF65-F5344CB8AC3E}">
        <p14:creationId xmlns:p14="http://schemas.microsoft.com/office/powerpoint/2010/main" val="10397590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E6C8E6EB-4C59-429B-97E4-72A058CFC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5B90362-AFCC-46A9-B41C-A257A8C5B3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71EF7F1-38BA-471D-8CD4-2A9AE8E355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064D2207-AA67-DAD1-D42E-7A07328CA8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34" name="Picture Placeholder 21" descr="A close-up of a stethoscope">
            <a:extLst>
              <a:ext uri="{FF2B5EF4-FFF2-40B4-BE49-F238E27FC236}">
                <a16:creationId xmlns:a16="http://schemas.microsoft.com/office/drawing/2014/main" id="{63F55FD3-B051-BD22-347E-065B72C87E1C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11599" r="26446" b="-2"/>
          <a:stretch>
            <a:fillRect/>
          </a:stretch>
        </p:blipFill>
        <p:spPr>
          <a:xfrm>
            <a:off x="585216" y="2163544"/>
            <a:ext cx="3410985" cy="4211857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FB23E1E4-7CB2-923B-9D41-672CB85E0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6" y="704088"/>
            <a:ext cx="3523686" cy="129437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0" kern="1200" cap="all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Agenda	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A667A9A-3428-68BE-D555-0DE1859FDF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379976" y="704088"/>
            <a:ext cx="7365491" cy="5760721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Font typeface="Wingdings 2" panose="05020102010507070707" pitchFamily="18" charset="2"/>
              <a:buChar char=""/>
            </a:pPr>
            <a:r>
              <a:rPr lang="en-US" b="1" dirty="0"/>
              <a:t>INTRODUCTION				</a:t>
            </a:r>
            <a:endParaRPr lang="en-US" sz="1600" b="1" dirty="0"/>
          </a:p>
          <a:p>
            <a:pPr>
              <a:buFont typeface="Wingdings 2" panose="05020102010507070707" pitchFamily="18" charset="2"/>
              <a:buChar char=""/>
            </a:pPr>
            <a:endParaRPr lang="en-US" b="1" dirty="0"/>
          </a:p>
          <a:p>
            <a:pPr>
              <a:buFont typeface="Wingdings 2" panose="05020102010507070707" pitchFamily="18" charset="2"/>
              <a:buChar char=""/>
            </a:pPr>
            <a:r>
              <a:rPr lang="en-US" b="1" dirty="0"/>
              <a:t>THE PROJECT </a:t>
            </a:r>
          </a:p>
          <a:p>
            <a:pPr>
              <a:buFont typeface="Wingdings 2" panose="05020102010507070707" pitchFamily="18" charset="2"/>
              <a:buChar char=""/>
            </a:pPr>
            <a:endParaRPr lang="en-US" b="1" dirty="0"/>
          </a:p>
          <a:p>
            <a:pPr lvl="1"/>
            <a:r>
              <a:rPr lang="en-US" dirty="0"/>
              <a:t>The Network Architecture 		</a:t>
            </a:r>
          </a:p>
          <a:p>
            <a:pPr lvl="1"/>
            <a:r>
              <a:rPr lang="en-US" dirty="0"/>
              <a:t>The Vulnerabilities 				</a:t>
            </a:r>
          </a:p>
          <a:p>
            <a:pPr lvl="1"/>
            <a:r>
              <a:rPr lang="en-US" dirty="0"/>
              <a:t>The Threats and Case Studies		</a:t>
            </a:r>
          </a:p>
          <a:p>
            <a:pPr lvl="1"/>
            <a:r>
              <a:rPr lang="en-US" dirty="0"/>
              <a:t>Best Practices						</a:t>
            </a:r>
          </a:p>
          <a:p>
            <a:pPr lvl="1"/>
            <a:endParaRPr lang="en-US" dirty="0"/>
          </a:p>
          <a:p>
            <a:pPr>
              <a:buFont typeface="Wingdings 2" panose="05020102010507070707" pitchFamily="18" charset="2"/>
              <a:buChar char=""/>
            </a:pPr>
            <a:r>
              <a:rPr lang="en-US" b="1" dirty="0"/>
              <a:t>THE PROJECT LEARNINGS    </a:t>
            </a:r>
            <a:r>
              <a:rPr lang="en-US" dirty="0"/>
              <a:t>	</a:t>
            </a:r>
            <a:endParaRPr lang="en-US" sz="16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E047182-D574-4420-02BD-B15749636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70F9EDA4-AE82-51D4-9890-D3FD6D2AF0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832D855-C8B5-8666-2EF6-1D436A827A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1259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C91F0-2DD8-44DA-A73A-967E55684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16ADB-5B21-F21D-F681-EE132C0E9E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  <a:endParaRPr lang="en-AE" dirty="0"/>
          </a:p>
        </p:txBody>
      </p:sp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AA290B5E-2928-0085-C817-F630BEE345A0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860110876"/>
              </p:ext>
            </p:extLst>
          </p:nvPr>
        </p:nvGraphicFramePr>
        <p:xfrm>
          <a:off x="457200" y="2317750"/>
          <a:ext cx="7370763" cy="36337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0D4878-77D9-9912-19F4-499124C8F6BE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ln w="28575"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320040"/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Ojas Pandey: </a:t>
            </a:r>
            <a:r>
              <a:rPr lang="en-US" sz="1600" b="1" u="sng" dirty="0">
                <a:solidFill>
                  <a:schemeClr val="tx1"/>
                </a:solidFill>
                <a:latin typeface="Aptos" panose="020B0004020202020204" pitchFamily="34" charset="0"/>
              </a:rPr>
              <a:t>Scrum Master </a:t>
            </a:r>
            <a:r>
              <a:rPr lang="en-US" sz="1600" b="1" dirty="0">
                <a:solidFill>
                  <a:schemeClr val="tx1"/>
                </a:solidFill>
                <a:latin typeface="Aptos" panose="020B0004020202020204" pitchFamily="34" charset="0"/>
              </a:rPr>
              <a:t>and Network Architecture </a:t>
            </a:r>
            <a:r>
              <a:rPr lang="en-US" sz="1600" b="1" u="sng" dirty="0">
                <a:solidFill>
                  <a:schemeClr val="tx1"/>
                </a:solidFill>
                <a:latin typeface="Aptos" panose="020B0004020202020204" pitchFamily="34" charset="0"/>
              </a:rPr>
              <a:t>Researcher</a:t>
            </a:r>
            <a:r>
              <a:rPr lang="en-US" sz="1600" b="1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“</a:t>
            </a:r>
            <a:r>
              <a:rPr lang="en-US" sz="1600" b="1" dirty="0">
                <a:solidFill>
                  <a:schemeClr val="tx1"/>
                </a:solidFill>
                <a:latin typeface="Aptos" panose="020B0004020202020204" pitchFamily="34" charset="0"/>
              </a:rPr>
              <a:t>OJAS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”</a:t>
            </a:r>
          </a:p>
          <a:p>
            <a:pPr marL="320040"/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Shubham Gupta</a:t>
            </a:r>
            <a:r>
              <a:rPr lang="en-US" sz="1600" b="1" dirty="0">
                <a:solidFill>
                  <a:schemeClr val="tx1"/>
                </a:solidFill>
                <a:latin typeface="Aptos" panose="020B0004020202020204" pitchFamily="34" charset="0"/>
              </a:rPr>
              <a:t>:  </a:t>
            </a:r>
            <a:r>
              <a:rPr lang="en-US" sz="1600" b="1" u="sng" dirty="0">
                <a:solidFill>
                  <a:schemeClr val="tx1"/>
                </a:solidFill>
                <a:latin typeface="Aptos" panose="020B0004020202020204" pitchFamily="34" charset="0"/>
              </a:rPr>
              <a:t>Product Owner </a:t>
            </a:r>
            <a:r>
              <a:rPr lang="en-US" sz="1600" b="1" dirty="0">
                <a:solidFill>
                  <a:schemeClr val="tx1"/>
                </a:solidFill>
                <a:latin typeface="Aptos" panose="020B0004020202020204" pitchFamily="34" charset="0"/>
              </a:rPr>
              <a:t>and Vulnerability </a:t>
            </a:r>
            <a:r>
              <a:rPr lang="en-US" sz="1600" b="1" u="sng" dirty="0">
                <a:solidFill>
                  <a:schemeClr val="tx1"/>
                </a:solidFill>
                <a:latin typeface="Aptos" panose="020B0004020202020204" pitchFamily="34" charset="0"/>
              </a:rPr>
              <a:t>Researcher</a:t>
            </a:r>
            <a:r>
              <a:rPr lang="en-US" sz="1600" b="1" dirty="0">
                <a:solidFill>
                  <a:schemeClr val="tx1"/>
                </a:solidFill>
                <a:latin typeface="Aptos" panose="020B0004020202020204" pitchFamily="34" charset="0"/>
              </a:rPr>
              <a:t>-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“</a:t>
            </a:r>
            <a:r>
              <a:rPr lang="en-US" sz="1600" b="1" dirty="0">
                <a:solidFill>
                  <a:schemeClr val="tx1"/>
                </a:solidFill>
                <a:latin typeface="Aptos" panose="020B0004020202020204" pitchFamily="34" charset="0"/>
              </a:rPr>
              <a:t>SHUBHAM”</a:t>
            </a:r>
            <a:endParaRPr lang="en-US" sz="1600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 marL="320040"/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Nigamananda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Khandual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: </a:t>
            </a:r>
            <a:r>
              <a:rPr lang="en-US" sz="1600" b="1" dirty="0">
                <a:solidFill>
                  <a:schemeClr val="tx1"/>
                </a:solidFill>
                <a:latin typeface="Aptos" panose="020B0004020202020204" pitchFamily="34" charset="0"/>
              </a:rPr>
              <a:t>Overview and Best Practice </a:t>
            </a:r>
            <a:r>
              <a:rPr lang="en-US" sz="1600" b="1" u="sng" dirty="0">
                <a:solidFill>
                  <a:schemeClr val="tx1"/>
                </a:solidFill>
                <a:latin typeface="Aptos" panose="020B0004020202020204" pitchFamily="34" charset="0"/>
              </a:rPr>
              <a:t>Researcher</a:t>
            </a:r>
            <a:r>
              <a:rPr lang="en-US" sz="1600" b="1" dirty="0">
                <a:solidFill>
                  <a:schemeClr val="tx1"/>
                </a:solidFill>
                <a:latin typeface="Aptos" panose="020B0004020202020204" pitchFamily="34" charset="0"/>
              </a:rPr>
              <a:t>- “NIGAM”</a:t>
            </a:r>
          </a:p>
          <a:p>
            <a:pPr marL="320040"/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Sachin Wakaley</a:t>
            </a:r>
            <a:r>
              <a:rPr lang="en-US" sz="1600" b="1" dirty="0">
                <a:solidFill>
                  <a:schemeClr val="tx1"/>
                </a:solidFill>
                <a:latin typeface="Aptos" panose="020B0004020202020204" pitchFamily="34" charset="0"/>
              </a:rPr>
              <a:t>: Threat Analysis </a:t>
            </a:r>
            <a:r>
              <a:rPr lang="en-US" sz="1600" b="1" u="sng" dirty="0">
                <a:solidFill>
                  <a:schemeClr val="tx1"/>
                </a:solidFill>
                <a:latin typeface="Aptos" panose="020B0004020202020204" pitchFamily="34" charset="0"/>
              </a:rPr>
              <a:t>Researcher </a:t>
            </a:r>
            <a:r>
              <a:rPr lang="en-US" sz="1600" b="1" dirty="0">
                <a:solidFill>
                  <a:schemeClr val="tx1"/>
                </a:solidFill>
                <a:latin typeface="Aptos" panose="020B0004020202020204" pitchFamily="34" charset="0"/>
              </a:rPr>
              <a:t>–”SACHIN”</a:t>
            </a:r>
          </a:p>
          <a:p>
            <a:endParaRPr lang="en-AE" sz="1600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5E03C5-E139-6071-3840-EF99C99F8050}"/>
              </a:ext>
            </a:extLst>
          </p:cNvPr>
          <p:cNvSpPr txBox="1"/>
          <p:nvPr/>
        </p:nvSpPr>
        <p:spPr>
          <a:xfrm>
            <a:off x="1992086" y="2928257"/>
            <a:ext cx="5835878" cy="267788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A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69661C-AE0A-692F-516A-B3EA66D783CC}"/>
              </a:ext>
            </a:extLst>
          </p:cNvPr>
          <p:cNvSpPr txBox="1"/>
          <p:nvPr/>
        </p:nvSpPr>
        <p:spPr>
          <a:xfrm>
            <a:off x="4056933" y="3014799"/>
            <a:ext cx="3895842" cy="267788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A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088260-69A8-42BB-12D5-8276BC8D0C8D}"/>
              </a:ext>
            </a:extLst>
          </p:cNvPr>
          <p:cNvSpPr txBox="1"/>
          <p:nvPr/>
        </p:nvSpPr>
        <p:spPr>
          <a:xfrm>
            <a:off x="5943601" y="3068024"/>
            <a:ext cx="1993144" cy="267788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A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EDAEE5B-54A0-814E-8195-8D0883C7B237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32710"/>
          <a:stretch>
            <a:fillRect/>
          </a:stretch>
        </p:blipFill>
        <p:spPr>
          <a:xfrm>
            <a:off x="3737287" y="690880"/>
            <a:ext cx="7467984" cy="142124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853287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3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3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3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4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3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4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 animBg="1"/>
      <p:bldP spid="7" grpId="0" animBg="1"/>
      <p:bldP spid="8" grpId="0" animBg="1"/>
      <p:bldP spid="8" grpId="1" animBg="1"/>
      <p:bldP spid="9" grpId="0" animBg="1"/>
      <p:bldP spid="9" grpId="1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767D8-6312-4941-04BD-8555FAC8E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network architecture</a:t>
            </a:r>
            <a:endParaRPr lang="en-AE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BD7C927-017C-8F0A-8C3B-A2D50CC304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 LEVEL NETWORK DIAGRAM </a:t>
            </a:r>
            <a:endParaRPr lang="en-AE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F549D01-75B7-9793-F854-A0822D56A72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8127" y="2982999"/>
            <a:ext cx="5492420" cy="2982903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32C436D-4B60-673F-A96F-54D25FC218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DATA FLOW DIAGRAM</a:t>
            </a:r>
            <a:endParaRPr lang="en-AE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5C4A73A-F75B-181F-633A-424C744F124B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416040" y="2882640"/>
            <a:ext cx="5303892" cy="325129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773709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D651B61-325E-4E73-8445-38B0DE8AAA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42E5253-D3AC-4AC2-B766-8B34F13C2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0AE8D57-436A-4073-9A75-15BB5949F8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852671-8EB6-4EAF-8AF8-65CF3FD66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7C427EA3-1645-4B27-A5C2-55E8E24C6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85CDBF6-7B87-4A58-92CA-E887CA36AF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BFF2B2E-1CF1-403F-BB44-3F9C3E7F67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D8B4D3C-0DE0-43B9-B032-32B536B96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AAA7699-37A7-5AC5-B606-3A6FEEFC0F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166" y="1400416"/>
            <a:ext cx="6518800" cy="4351298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707788D3-E467-4E25-A5E9-FD41795BD5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601200"/>
            <a:ext cx="3703320" cy="578936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B679A28-8570-42AE-94D2-D528F9D2F8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96275" y="1419225"/>
            <a:ext cx="3081576" cy="208586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Vulnerabilities </a:t>
            </a:r>
          </a:p>
        </p:txBody>
      </p:sp>
    </p:spTree>
    <p:extLst>
      <p:ext uri="{BB962C8B-B14F-4D97-AF65-F5344CB8AC3E}">
        <p14:creationId xmlns:p14="http://schemas.microsoft.com/office/powerpoint/2010/main" val="39268101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4D1C8F-F7BB-960A-4709-6AB8B60CE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6C8E6EB-4C59-429B-97E4-72A058CFC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5B90362-AFCC-46A9-B41C-A257A8C5B3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71EF7F1-38BA-471D-8CD4-2A9AE8E355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BB56EB9-078F-4952-AC1F-149C7A0AE4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3772EE4-ED5E-4D3A-A306-B22CF86678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601200"/>
            <a:ext cx="3703320" cy="578936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C3942F3-75E8-5DCB-9AB3-72A985521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2280" y="944752"/>
            <a:ext cx="3259016" cy="146269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b="0" kern="1200" cap="all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THREATS in SINGLE CLOUD NETWORK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0058680-D07C-4893-B2B7-91543F18AB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B42427A-0A1F-4A55-8705-D9179F1E0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E54A6FE-D8CB-48A3-900B-053D4EBD3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FD7B7275-23A9-FE91-4572-818A99704F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71513" y="2536031"/>
            <a:ext cx="3123783" cy="367193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buFont typeface="Wingdings 2" panose="05020102010507070707" pitchFamily="18" charset="2"/>
              <a:buChar char=""/>
            </a:pPr>
            <a:r>
              <a:rPr lang="en-US" sz="1500" b="1" cap="all">
                <a:solidFill>
                  <a:srgbClr val="FFFFFF"/>
                </a:solidFill>
              </a:rPr>
              <a:t>threat analysis methods of a real cloud network</a:t>
            </a:r>
          </a:p>
          <a:p>
            <a:pPr marL="457200" indent="-457200">
              <a:lnSpc>
                <a:spcPct val="90000"/>
              </a:lnSpc>
              <a:buFont typeface="Wingdings 2" panose="05020102010507070707" pitchFamily="18" charset="2"/>
              <a:buChar char=""/>
            </a:pPr>
            <a:r>
              <a:rPr lang="en-US" sz="1500" cap="all">
                <a:solidFill>
                  <a:srgbClr val="FFFFFF"/>
                </a:solidFill>
              </a:rPr>
              <a:t>Stride</a:t>
            </a:r>
          </a:p>
          <a:p>
            <a:pPr marL="457200" indent="-457200">
              <a:lnSpc>
                <a:spcPct val="90000"/>
              </a:lnSpc>
              <a:buFont typeface="Wingdings 2" panose="05020102010507070707" pitchFamily="18" charset="2"/>
              <a:buChar char=""/>
            </a:pPr>
            <a:r>
              <a:rPr lang="en-US" sz="1500" cap="all">
                <a:solidFill>
                  <a:srgbClr val="FFFFFF"/>
                </a:solidFill>
              </a:rPr>
              <a:t>Attack Path Mapping /Layered Threat Modelling</a:t>
            </a:r>
          </a:p>
          <a:p>
            <a:pPr marL="457200" indent="-457200">
              <a:lnSpc>
                <a:spcPct val="90000"/>
              </a:lnSpc>
              <a:buFont typeface="Wingdings 2" panose="05020102010507070707" pitchFamily="18" charset="2"/>
              <a:buChar char=""/>
            </a:pPr>
            <a:r>
              <a:rPr lang="en-US" sz="1500" cap="all">
                <a:solidFill>
                  <a:srgbClr val="FFFFFF"/>
                </a:solidFill>
              </a:rPr>
              <a:t>Attack Surface Enumeration/ Automated Configuration Auditing</a:t>
            </a:r>
          </a:p>
          <a:p>
            <a:pPr marL="457200" indent="-457200">
              <a:lnSpc>
                <a:spcPct val="90000"/>
              </a:lnSpc>
              <a:buFont typeface="Wingdings 2" panose="05020102010507070707" pitchFamily="18" charset="2"/>
              <a:buChar char=""/>
            </a:pPr>
            <a:r>
              <a:rPr lang="en-US" sz="1500" cap="all">
                <a:solidFill>
                  <a:srgbClr val="FFFFFF"/>
                </a:solidFill>
              </a:rPr>
              <a:t>Simulation &amp; Penetration Testing</a:t>
            </a:r>
          </a:p>
          <a:p>
            <a:pPr marL="457200" indent="-457200">
              <a:lnSpc>
                <a:spcPct val="90000"/>
              </a:lnSpc>
              <a:buFont typeface="Wingdings 2" panose="05020102010507070707" pitchFamily="18" charset="2"/>
              <a:buChar char=""/>
            </a:pPr>
            <a:r>
              <a:rPr lang="en-US" sz="1500" cap="all">
                <a:solidFill>
                  <a:srgbClr val="FFFFFF"/>
                </a:solidFill>
              </a:rPr>
              <a:t>Monitoring &amp; Logging</a:t>
            </a:r>
          </a:p>
          <a:p>
            <a:pPr>
              <a:lnSpc>
                <a:spcPct val="90000"/>
              </a:lnSpc>
              <a:buFont typeface="Wingdings 2" panose="05020102010507070707" pitchFamily="18" charset="2"/>
              <a:buChar char=""/>
            </a:pPr>
            <a:endParaRPr lang="en-US" sz="1500" cap="all">
              <a:solidFill>
                <a:srgbClr val="FFFFFF"/>
              </a:solidFill>
            </a:endParaRPr>
          </a:p>
        </p:txBody>
      </p:sp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BCDAB5D5-4234-216A-37C4-DC3391E0952D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b="-1723"/>
          <a:stretch>
            <a:fillRect/>
          </a:stretch>
        </p:blipFill>
        <p:spPr>
          <a:xfrm>
            <a:off x="4241830" y="601200"/>
            <a:ext cx="7503636" cy="5789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66786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C066BB-F240-0ED5-DCC9-4617E1C61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case examples of THREATS Materialized </a:t>
            </a:r>
            <a:endParaRPr lang="en-AE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90A3F38-6A99-552F-F1EE-723382F8D2B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3211181"/>
              </p:ext>
            </p:extLst>
          </p:nvPr>
        </p:nvGraphicFramePr>
        <p:xfrm>
          <a:off x="581025" y="2341563"/>
          <a:ext cx="11029950" cy="38142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6702915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B448728E-2EDF-4F60-A97C-C0F08E06D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8CBB40F-4E03-45AE-9020-C27B0AE7F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9F7CCD1-513F-4B7A-9497-7AA9144DB3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92989FB-1024-49B7-BDF1-B3CE27D486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426D10-1D1C-19C1-AE00-A97AB14B15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6228" y="1037967"/>
            <a:ext cx="3054091" cy="470913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0" kern="1200" cap="all">
                <a:solidFill>
                  <a:schemeClr val="bg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2026 industry standards, best practices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987D6F4-EC95-4EF1-A8AD-4B70386CE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5F792DF-9D0A-4DB6-9A9E-7312F5A7E8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7498080" cy="9144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BC7EA7B-802E-41F4-8926-C4475287AA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6851" y="723898"/>
            <a:ext cx="7498616" cy="5676901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graphicFrame>
        <p:nvGraphicFramePr>
          <p:cNvPr id="19" name="Content Placeholder 2">
            <a:extLst>
              <a:ext uri="{FF2B5EF4-FFF2-40B4-BE49-F238E27FC236}">
                <a16:creationId xmlns:a16="http://schemas.microsoft.com/office/drawing/2014/main" id="{8BB943A2-9970-364C-EB02-2E4FFCBEF312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880763287"/>
              </p:ext>
            </p:extLst>
          </p:nvPr>
        </p:nvGraphicFramePr>
        <p:xfrm>
          <a:off x="4598438" y="1207783"/>
          <a:ext cx="7012370" cy="47091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0486789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224CA-6457-36B1-5AD5-41952E170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learnings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C7A388-F0AD-818C-39DD-1218932C6A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7214" y="2340864"/>
            <a:ext cx="11029615" cy="3634486"/>
          </a:xfrm>
        </p:spPr>
        <p:txBody>
          <a:bodyPr/>
          <a:lstStyle/>
          <a:p>
            <a:r>
              <a:rPr lang="en-US" dirty="0"/>
              <a:t>AI Data Source Validation</a:t>
            </a:r>
          </a:p>
          <a:p>
            <a:r>
              <a:rPr lang="en-US" dirty="0"/>
              <a:t>Understanding Retrieval-Based AI Architecture</a:t>
            </a:r>
          </a:p>
          <a:p>
            <a:r>
              <a:rPr lang="en-US" dirty="0"/>
              <a:t>Task Segmentation &amp; Parallel Execution</a:t>
            </a:r>
          </a:p>
          <a:p>
            <a:r>
              <a:rPr lang="en-US" dirty="0"/>
              <a:t>Documentation &amp; Reporting Standardization</a:t>
            </a:r>
          </a:p>
          <a:p>
            <a:r>
              <a:rPr lang="en-US" dirty="0"/>
              <a:t>Agile Collaboration &amp; Sprint Planning</a:t>
            </a:r>
          </a:p>
          <a:p>
            <a:r>
              <a:rPr lang="en-US" dirty="0"/>
              <a:t>Communication Between Technical &amp; Non-Technical Stakeholders</a:t>
            </a:r>
          </a:p>
          <a:p>
            <a:r>
              <a:rPr lang="en-US" dirty="0"/>
              <a:t>Time Management Under Deadlines</a:t>
            </a:r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25593483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30">
            <a:extLst>
              <a:ext uri="{FF2B5EF4-FFF2-40B4-BE49-F238E27FC236}">
                <a16:creationId xmlns:a16="http://schemas.microsoft.com/office/drawing/2014/main" id="{B045D6AF-532B-394C-0C6F-38B6628CE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59B25D-9615-9332-C32E-4F458417E1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151" y="2862480"/>
            <a:ext cx="3672970" cy="3491849"/>
          </a:xfrm>
        </p:spPr>
        <p:txBody>
          <a:bodyPr/>
          <a:lstStyle/>
          <a:p>
            <a:r>
              <a:rPr lang="en-US" dirty="0"/>
              <a:t>-Team ROOTSHELLL</a:t>
            </a:r>
          </a:p>
        </p:txBody>
      </p:sp>
      <p:pic>
        <p:nvPicPr>
          <p:cNvPr id="23" name="Picture Placeholder 22" descr="A group of people giving each other a high five">
            <a:extLst>
              <a:ext uri="{FF2B5EF4-FFF2-40B4-BE49-F238E27FC236}">
                <a16:creationId xmlns:a16="http://schemas.microsoft.com/office/drawing/2014/main" id="{D92A2E6E-E7AB-92FB-0E6F-133483021C22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/>
          <a:srcRect l="6095" r="6095"/>
          <a:stretch/>
        </p:blipFill>
        <p:spPr/>
      </p:pic>
    </p:spTree>
    <p:extLst>
      <p:ext uri="{BB962C8B-B14F-4D97-AF65-F5344CB8AC3E}">
        <p14:creationId xmlns:p14="http://schemas.microsoft.com/office/powerpoint/2010/main" val="2770959368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VTI">
  <a:themeElements>
    <a:clrScheme name="DividendVTI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ED8428"/>
      </a:accent1>
      <a:accent2>
        <a:srgbClr val="E6C46D"/>
      </a:accent2>
      <a:accent3>
        <a:srgbClr val="537685"/>
      </a:accent3>
      <a:accent4>
        <a:srgbClr val="969FA7"/>
      </a:accent4>
      <a:accent5>
        <a:srgbClr val="A9C37C"/>
      </a:accent5>
      <a:accent6>
        <a:srgbClr val="5A8071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037C456-A6DA-4DEE-A3FB-4EC3058FD08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A00B2AC-C335-4100-B8B3-2D9F49A7290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19D1F84C-D1FD-4B1B-9CFD-8E0D96AC4DF2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Dividend design</Template>
  <TotalTime>1461</TotalTime>
  <Words>501</Words>
  <Application>Microsoft Office PowerPoint</Application>
  <PresentationFormat>Widescreen</PresentationFormat>
  <Paragraphs>102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Aptos</vt:lpstr>
      <vt:lpstr>Arial</vt:lpstr>
      <vt:lpstr>Calibri</vt:lpstr>
      <vt:lpstr>Gill Sans MT</vt:lpstr>
      <vt:lpstr>Neue Haas Grotesk Text Pro</vt:lpstr>
      <vt:lpstr>Wingdings 2</vt:lpstr>
      <vt:lpstr>DividendVTI</vt:lpstr>
      <vt:lpstr>Project 1 :  The cloud network: security analysis team   : rootshell</vt:lpstr>
      <vt:lpstr>Agenda </vt:lpstr>
      <vt:lpstr>INTRODUCTION</vt:lpstr>
      <vt:lpstr>The network architecture</vt:lpstr>
      <vt:lpstr>Vulnerabilities </vt:lpstr>
      <vt:lpstr>THREATS in SINGLE CLOUD NETWORK</vt:lpstr>
      <vt:lpstr>case examples of THREATS Materialized </vt:lpstr>
      <vt:lpstr>2026 industry standards, best practices</vt:lpstr>
      <vt:lpstr>Project learnings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sachin wakaley</dc:creator>
  <cp:lastModifiedBy>sachin wakaley</cp:lastModifiedBy>
  <cp:revision>11</cp:revision>
  <dcterms:created xsi:type="dcterms:W3CDTF">2026-02-11T07:36:49Z</dcterms:created>
  <dcterms:modified xsi:type="dcterms:W3CDTF">2026-02-14T08:50:40Z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