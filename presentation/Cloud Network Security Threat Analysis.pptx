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14"/>
  </p:notesMasterIdLst>
  <p:handoutMasterIdLst>
    <p:handoutMasterId r:id="rId15"/>
  </p:handoutMasterIdLst>
  <p:sldIdLst>
    <p:sldId id="256" r:id="rId5"/>
    <p:sldId id="292" r:id="rId6"/>
    <p:sldId id="297" r:id="rId7"/>
    <p:sldId id="299" r:id="rId8"/>
    <p:sldId id="300" r:id="rId9"/>
    <p:sldId id="301" r:id="rId10"/>
    <p:sldId id="302" r:id="rId11"/>
    <p:sldId id="303" r:id="rId12"/>
    <p:sldId id="29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howGuides="1">
      <p:cViewPr varScale="1">
        <p:scale>
          <a:sx n="55" d="100"/>
          <a:sy n="55" d="100"/>
        </p:scale>
        <p:origin x="536" y="36"/>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2737FB-3614-4E13-9C11-567DD6F7C7AA}" type="doc">
      <dgm:prSet loTypeId="urn:microsoft.com/office/officeart/2005/8/layout/hProcess10" loCatId="process" qsTypeId="urn:microsoft.com/office/officeart/2005/8/quickstyle/simple1" qsCatId="simple" csTypeId="urn:microsoft.com/office/officeart/2005/8/colors/accent0_1" csCatId="mainScheme" phldr="1"/>
      <dgm:spPr/>
      <dgm:t>
        <a:bodyPr/>
        <a:lstStyle/>
        <a:p>
          <a:endParaRPr lang="en-AE"/>
        </a:p>
      </dgm:t>
    </dgm:pt>
    <dgm:pt modelId="{51E99F87-E3F5-4354-840F-5CE2D4A67B4D}">
      <dgm:prSet phldrT="[Text]"/>
      <dgm:spPr/>
      <dgm:t>
        <a:bodyPr/>
        <a:lstStyle/>
        <a:p>
          <a:r>
            <a:rPr lang="en-US" b="1"/>
            <a:t>Confusion</a:t>
          </a:r>
        </a:p>
        <a:p>
          <a:r>
            <a:rPr lang="en-US"/>
            <a:t>The deliverables  responsibilities split  but…</a:t>
          </a:r>
          <a:endParaRPr lang="en-AE" dirty="0"/>
        </a:p>
      </dgm:t>
    </dgm:pt>
    <dgm:pt modelId="{8CA57937-A12F-4CF1-BC71-C519D94E8306}" type="parTrans" cxnId="{742D143A-338D-4891-98C7-9AA3FF95AB94}">
      <dgm:prSet/>
      <dgm:spPr/>
      <dgm:t>
        <a:bodyPr/>
        <a:lstStyle/>
        <a:p>
          <a:endParaRPr lang="en-AE">
            <a:solidFill>
              <a:schemeClr val="tx1"/>
            </a:solidFill>
          </a:endParaRPr>
        </a:p>
      </dgm:t>
    </dgm:pt>
    <dgm:pt modelId="{CB0A4CA0-D1BD-43F0-ADD6-AE1549A9335E}" type="sibTrans" cxnId="{742D143A-338D-4891-98C7-9AA3FF95AB94}">
      <dgm:prSet/>
      <dgm:spPr/>
      <dgm:t>
        <a:bodyPr/>
        <a:lstStyle/>
        <a:p>
          <a:endParaRPr lang="en-AE">
            <a:solidFill>
              <a:schemeClr val="tx1"/>
            </a:solidFill>
          </a:endParaRPr>
        </a:p>
      </dgm:t>
    </dgm:pt>
    <dgm:pt modelId="{2477D4FC-A9B2-434E-93CC-7B5A7D4C0ABE}">
      <dgm:prSet phldrT="[Text]"/>
      <dgm:spPr/>
      <dgm:t>
        <a:bodyPr/>
        <a:lstStyle/>
        <a:p>
          <a:r>
            <a:rPr lang="en-US" b="1"/>
            <a:t>Not sure what to analysis- real network/ imaginary??</a:t>
          </a:r>
          <a:endParaRPr lang="en-AE" dirty="0"/>
        </a:p>
      </dgm:t>
    </dgm:pt>
    <dgm:pt modelId="{2EBF26C5-8359-4255-98E0-4BAC061F6DB5}" type="parTrans" cxnId="{F1B88ABC-98CF-4C47-B7B8-DBA13A5B8E19}">
      <dgm:prSet/>
      <dgm:spPr/>
      <dgm:t>
        <a:bodyPr/>
        <a:lstStyle/>
        <a:p>
          <a:endParaRPr lang="en-AE">
            <a:solidFill>
              <a:schemeClr val="tx1"/>
            </a:solidFill>
          </a:endParaRPr>
        </a:p>
      </dgm:t>
    </dgm:pt>
    <dgm:pt modelId="{F4AAAE7D-E301-4D4E-920D-B130F5333BA9}" type="sibTrans" cxnId="{F1B88ABC-98CF-4C47-B7B8-DBA13A5B8E19}">
      <dgm:prSet/>
      <dgm:spPr/>
      <dgm:t>
        <a:bodyPr/>
        <a:lstStyle/>
        <a:p>
          <a:endParaRPr lang="en-AE">
            <a:solidFill>
              <a:schemeClr val="tx1"/>
            </a:solidFill>
          </a:endParaRPr>
        </a:p>
      </dgm:t>
    </dgm:pt>
    <dgm:pt modelId="{D5845620-8DCD-453F-B004-6258BBE85C65}">
      <dgm:prSet phldrT="[Text]"/>
      <dgm:spPr/>
      <dgm:t>
        <a:bodyPr/>
        <a:lstStyle/>
        <a:p>
          <a:r>
            <a:rPr lang="en-US" b="1"/>
            <a:t>Sorting</a:t>
          </a:r>
        </a:p>
        <a:p>
          <a:r>
            <a:rPr lang="en-US"/>
            <a:t>Division of Works</a:t>
          </a:r>
          <a:endParaRPr lang="en-AE" dirty="0"/>
        </a:p>
      </dgm:t>
    </dgm:pt>
    <dgm:pt modelId="{06DEB956-819F-4C31-9573-1240BEA42AA7}" type="parTrans" cxnId="{30350628-0196-465F-B6FA-3827D3B99C16}">
      <dgm:prSet/>
      <dgm:spPr/>
      <dgm:t>
        <a:bodyPr/>
        <a:lstStyle/>
        <a:p>
          <a:endParaRPr lang="en-AE">
            <a:solidFill>
              <a:schemeClr val="tx1"/>
            </a:solidFill>
          </a:endParaRPr>
        </a:p>
      </dgm:t>
    </dgm:pt>
    <dgm:pt modelId="{9A4EB06F-32CF-4677-AF70-CE8BA219745D}" type="sibTrans" cxnId="{30350628-0196-465F-B6FA-3827D3B99C16}">
      <dgm:prSet/>
      <dgm:spPr/>
      <dgm:t>
        <a:bodyPr/>
        <a:lstStyle/>
        <a:p>
          <a:endParaRPr lang="en-AE">
            <a:solidFill>
              <a:schemeClr val="tx1"/>
            </a:solidFill>
          </a:endParaRPr>
        </a:p>
      </dgm:t>
    </dgm:pt>
    <dgm:pt modelId="{89DF8CDA-C2FA-40B1-BAF7-D5D4DE3C3AAA}">
      <dgm:prSet phldrT="[Text]"/>
      <dgm:spPr/>
      <dgm:t>
        <a:bodyPr/>
        <a:lstStyle/>
        <a:p>
          <a:r>
            <a:rPr lang="en-US" b="1"/>
            <a:t>Each person studying the main concepts related to their own deliverables</a:t>
          </a:r>
          <a:endParaRPr lang="en-AE" dirty="0"/>
        </a:p>
      </dgm:t>
    </dgm:pt>
    <dgm:pt modelId="{B7A8B82D-6B37-478A-B54A-6FCBF1F91F71}" type="parTrans" cxnId="{11D8330C-9E39-48D4-8DC3-2F984810D743}">
      <dgm:prSet/>
      <dgm:spPr/>
      <dgm:t>
        <a:bodyPr/>
        <a:lstStyle/>
        <a:p>
          <a:endParaRPr lang="en-AE">
            <a:solidFill>
              <a:schemeClr val="tx1"/>
            </a:solidFill>
          </a:endParaRPr>
        </a:p>
      </dgm:t>
    </dgm:pt>
    <dgm:pt modelId="{AB1B7541-39C3-4431-B94D-F10D59519D82}" type="sibTrans" cxnId="{11D8330C-9E39-48D4-8DC3-2F984810D743}">
      <dgm:prSet/>
      <dgm:spPr/>
      <dgm:t>
        <a:bodyPr/>
        <a:lstStyle/>
        <a:p>
          <a:endParaRPr lang="en-AE">
            <a:solidFill>
              <a:schemeClr val="tx1"/>
            </a:solidFill>
          </a:endParaRPr>
        </a:p>
      </dgm:t>
    </dgm:pt>
    <dgm:pt modelId="{C3D9BF68-74CE-4808-9870-52844EA98E0C}">
      <dgm:prSet phldrT="[Text]" phldr="1"/>
      <dgm:spPr/>
      <dgm:t>
        <a:bodyPr/>
        <a:lstStyle/>
        <a:p>
          <a:endParaRPr lang="en-AE" dirty="0">
            <a:solidFill>
              <a:schemeClr val="tx1"/>
            </a:solidFill>
          </a:endParaRPr>
        </a:p>
      </dgm:t>
    </dgm:pt>
    <dgm:pt modelId="{1BB24154-6312-4178-BF02-30FA9D80F389}" type="parTrans" cxnId="{113CE9D2-7EDB-4438-8232-BCC6313956F5}">
      <dgm:prSet/>
      <dgm:spPr/>
      <dgm:t>
        <a:bodyPr/>
        <a:lstStyle/>
        <a:p>
          <a:endParaRPr lang="en-AE">
            <a:solidFill>
              <a:schemeClr val="tx1"/>
            </a:solidFill>
          </a:endParaRPr>
        </a:p>
      </dgm:t>
    </dgm:pt>
    <dgm:pt modelId="{539E4935-5B05-4709-9678-3C7AEBFDD2BA}" type="sibTrans" cxnId="{113CE9D2-7EDB-4438-8232-BCC6313956F5}">
      <dgm:prSet/>
      <dgm:spPr/>
      <dgm:t>
        <a:bodyPr/>
        <a:lstStyle/>
        <a:p>
          <a:endParaRPr lang="en-AE">
            <a:solidFill>
              <a:schemeClr val="tx1"/>
            </a:solidFill>
          </a:endParaRPr>
        </a:p>
      </dgm:t>
    </dgm:pt>
    <dgm:pt modelId="{72DEC0B5-105E-498C-A5F3-935F3B46CF85}">
      <dgm:prSet phldrT="[Text]"/>
      <dgm:spPr/>
      <dgm:t>
        <a:bodyPr/>
        <a:lstStyle/>
        <a:p>
          <a:r>
            <a:rPr lang="en-US" b="1"/>
            <a:t>Conclusion</a:t>
          </a:r>
        </a:p>
        <a:p>
          <a:r>
            <a:rPr lang="en-AE"/>
            <a:t>Finalizing</a:t>
          </a:r>
          <a:endParaRPr lang="en-AE" dirty="0"/>
        </a:p>
      </dgm:t>
    </dgm:pt>
    <dgm:pt modelId="{AC41DA78-492E-4F82-8B85-752461068A45}" type="parTrans" cxnId="{DD5132F6-6E1E-4FEF-B26E-85E5C76AF600}">
      <dgm:prSet/>
      <dgm:spPr/>
      <dgm:t>
        <a:bodyPr/>
        <a:lstStyle/>
        <a:p>
          <a:endParaRPr lang="en-AE">
            <a:solidFill>
              <a:schemeClr val="tx1"/>
            </a:solidFill>
          </a:endParaRPr>
        </a:p>
      </dgm:t>
    </dgm:pt>
    <dgm:pt modelId="{7B621277-8A0A-489A-88CC-76EDDE25B993}" type="sibTrans" cxnId="{DD5132F6-6E1E-4FEF-B26E-85E5C76AF600}">
      <dgm:prSet/>
      <dgm:spPr/>
      <dgm:t>
        <a:bodyPr/>
        <a:lstStyle/>
        <a:p>
          <a:endParaRPr lang="en-AE">
            <a:solidFill>
              <a:schemeClr val="tx1"/>
            </a:solidFill>
          </a:endParaRPr>
        </a:p>
      </dgm:t>
    </dgm:pt>
    <dgm:pt modelId="{7F71B586-4727-4448-BD7E-8D212CA5E117}">
      <dgm:prSet phldrT="[Text]"/>
      <dgm:spPr/>
      <dgm:t>
        <a:bodyPr/>
        <a:lstStyle/>
        <a:p>
          <a:r>
            <a:rPr lang="en-US" b="1"/>
            <a:t>Each contributed his part to the original network proposed in the “Main report file”</a:t>
          </a:r>
          <a:endParaRPr lang="en-AE" dirty="0"/>
        </a:p>
      </dgm:t>
    </dgm:pt>
    <dgm:pt modelId="{83A5FE13-BD67-40C5-8D75-611F47C342A5}" type="parTrans" cxnId="{C4F974E8-EE26-4BF7-A339-62E0CA805BDB}">
      <dgm:prSet/>
      <dgm:spPr/>
      <dgm:t>
        <a:bodyPr/>
        <a:lstStyle/>
        <a:p>
          <a:endParaRPr lang="en-AE">
            <a:solidFill>
              <a:schemeClr val="tx1"/>
            </a:solidFill>
          </a:endParaRPr>
        </a:p>
      </dgm:t>
    </dgm:pt>
    <dgm:pt modelId="{5BC9D704-1064-43C8-A735-1A667118AAA1}" type="sibTrans" cxnId="{C4F974E8-EE26-4BF7-A339-62E0CA805BDB}">
      <dgm:prSet/>
      <dgm:spPr/>
      <dgm:t>
        <a:bodyPr/>
        <a:lstStyle/>
        <a:p>
          <a:endParaRPr lang="en-AE">
            <a:solidFill>
              <a:schemeClr val="tx1"/>
            </a:solidFill>
          </a:endParaRPr>
        </a:p>
      </dgm:t>
    </dgm:pt>
    <dgm:pt modelId="{C15CFD1F-7D11-4DB9-A145-90C3D19EBA5E}">
      <dgm:prSet/>
      <dgm:spPr/>
      <dgm:t>
        <a:bodyPr/>
        <a:lstStyle/>
        <a:p>
          <a:r>
            <a:rPr lang="en-US" b="1"/>
            <a:t>Who to do what at the beginning</a:t>
          </a:r>
          <a:endParaRPr lang="en-AE" b="1" dirty="0"/>
        </a:p>
      </dgm:t>
    </dgm:pt>
    <dgm:pt modelId="{29D98BBB-08EE-4E91-82FB-D79483BD435F}" type="parTrans" cxnId="{80D765C9-8AA8-47D3-A600-595F4326F633}">
      <dgm:prSet/>
      <dgm:spPr/>
      <dgm:t>
        <a:bodyPr/>
        <a:lstStyle/>
        <a:p>
          <a:endParaRPr lang="en-AE">
            <a:solidFill>
              <a:schemeClr val="tx1"/>
            </a:solidFill>
          </a:endParaRPr>
        </a:p>
      </dgm:t>
    </dgm:pt>
    <dgm:pt modelId="{274D5393-63A2-4F71-968B-567175FAB321}" type="sibTrans" cxnId="{80D765C9-8AA8-47D3-A600-595F4326F633}">
      <dgm:prSet/>
      <dgm:spPr/>
      <dgm:t>
        <a:bodyPr/>
        <a:lstStyle/>
        <a:p>
          <a:endParaRPr lang="en-AE">
            <a:solidFill>
              <a:schemeClr val="tx1"/>
            </a:solidFill>
          </a:endParaRPr>
        </a:p>
      </dgm:t>
    </dgm:pt>
    <dgm:pt modelId="{6E35B1CE-1424-4C03-AA5A-B8EEBE2D6083}">
      <dgm:prSet/>
      <dgm:spPr/>
      <dgm:t>
        <a:bodyPr/>
        <a:lstStyle/>
        <a:p>
          <a:r>
            <a:rPr lang="en-US" b="1"/>
            <a:t>Which AI tool and how to use</a:t>
          </a:r>
          <a:endParaRPr lang="en-AE" b="1" dirty="0"/>
        </a:p>
      </dgm:t>
    </dgm:pt>
    <dgm:pt modelId="{80EB5F86-3D96-48D6-B8E0-C4F731F725BD}" type="parTrans" cxnId="{BBC7D3BE-B98E-43D6-B1C7-C681584A1398}">
      <dgm:prSet/>
      <dgm:spPr/>
      <dgm:t>
        <a:bodyPr/>
        <a:lstStyle/>
        <a:p>
          <a:endParaRPr lang="en-AE">
            <a:solidFill>
              <a:schemeClr val="tx1"/>
            </a:solidFill>
          </a:endParaRPr>
        </a:p>
      </dgm:t>
    </dgm:pt>
    <dgm:pt modelId="{7E42F07D-D297-404C-9F9D-1D37FCEB7EAC}" type="sibTrans" cxnId="{BBC7D3BE-B98E-43D6-B1C7-C681584A1398}">
      <dgm:prSet/>
      <dgm:spPr/>
      <dgm:t>
        <a:bodyPr/>
        <a:lstStyle/>
        <a:p>
          <a:endParaRPr lang="en-AE">
            <a:solidFill>
              <a:schemeClr val="tx1"/>
            </a:solidFill>
          </a:endParaRPr>
        </a:p>
      </dgm:t>
    </dgm:pt>
    <dgm:pt modelId="{A1FB067B-0E43-446F-89ED-9022B406B9DF}">
      <dgm:prSet/>
      <dgm:spPr/>
      <dgm:t>
        <a:bodyPr/>
        <a:lstStyle/>
        <a:p>
          <a:r>
            <a:rPr lang="en-US" b="1"/>
            <a:t>Each to his own “domain</a:t>
          </a:r>
          <a:endParaRPr lang="en-AE" dirty="0"/>
        </a:p>
      </dgm:t>
    </dgm:pt>
    <dgm:pt modelId="{76DB23F0-EFB2-4B9C-8267-83A1FD93B350}" type="parTrans" cxnId="{59B96CC0-21B8-4D86-BA8C-7DA5550005EE}">
      <dgm:prSet/>
      <dgm:spPr/>
      <dgm:t>
        <a:bodyPr/>
        <a:lstStyle/>
        <a:p>
          <a:endParaRPr lang="en-AE">
            <a:solidFill>
              <a:schemeClr val="tx1"/>
            </a:solidFill>
          </a:endParaRPr>
        </a:p>
      </dgm:t>
    </dgm:pt>
    <dgm:pt modelId="{EEF96A89-0718-4696-A1E0-E4F21A6567C4}" type="sibTrans" cxnId="{59B96CC0-21B8-4D86-BA8C-7DA5550005EE}">
      <dgm:prSet/>
      <dgm:spPr/>
      <dgm:t>
        <a:bodyPr/>
        <a:lstStyle/>
        <a:p>
          <a:endParaRPr lang="en-AE">
            <a:solidFill>
              <a:schemeClr val="tx1"/>
            </a:solidFill>
          </a:endParaRPr>
        </a:p>
      </dgm:t>
    </dgm:pt>
    <dgm:pt modelId="{F0E1920A-C673-487B-BB6A-A863D94865B1}">
      <dgm:prSet/>
      <dgm:spPr/>
      <dgm:t>
        <a:bodyPr/>
        <a:lstStyle/>
        <a:p>
          <a:r>
            <a:rPr lang="en-US" b="1"/>
            <a:t>Setting uo the Backlog file with task splits, deadlines and  tracking </a:t>
          </a:r>
          <a:endParaRPr lang="en-AE" b="1" dirty="0"/>
        </a:p>
      </dgm:t>
    </dgm:pt>
    <dgm:pt modelId="{F12DE718-89EB-4B69-889F-4D5CE426992F}" type="parTrans" cxnId="{12A58785-D6E6-4BA0-A80F-715EC474C0EC}">
      <dgm:prSet/>
      <dgm:spPr/>
      <dgm:t>
        <a:bodyPr/>
        <a:lstStyle/>
        <a:p>
          <a:endParaRPr lang="en-AE">
            <a:solidFill>
              <a:schemeClr val="tx1"/>
            </a:solidFill>
          </a:endParaRPr>
        </a:p>
      </dgm:t>
    </dgm:pt>
    <dgm:pt modelId="{676CE59B-AA46-41CF-9ACA-C2694F687165}" type="sibTrans" cxnId="{12A58785-D6E6-4BA0-A80F-715EC474C0EC}">
      <dgm:prSet/>
      <dgm:spPr/>
      <dgm:t>
        <a:bodyPr/>
        <a:lstStyle/>
        <a:p>
          <a:endParaRPr lang="en-AE">
            <a:solidFill>
              <a:schemeClr val="tx1"/>
            </a:solidFill>
          </a:endParaRPr>
        </a:p>
      </dgm:t>
    </dgm:pt>
    <dgm:pt modelId="{E64E91C6-2022-48C7-B295-D1EEB81C7A54}">
      <dgm:prSet/>
      <dgm:spPr/>
      <dgm:t>
        <a:bodyPr/>
        <a:lstStyle/>
        <a:p>
          <a:r>
            <a:rPr lang="en-US" b="1"/>
            <a:t>The introduction, Improvement suggestions were added  based on collective research.</a:t>
          </a:r>
          <a:endParaRPr lang="en-AE" b="1" dirty="0"/>
        </a:p>
      </dgm:t>
    </dgm:pt>
    <dgm:pt modelId="{1FEBFA20-3CE7-4B08-8625-6828BA5886A9}" type="parTrans" cxnId="{0227A86E-E427-4FB2-97CE-85B582205457}">
      <dgm:prSet/>
      <dgm:spPr/>
      <dgm:t>
        <a:bodyPr/>
        <a:lstStyle/>
        <a:p>
          <a:endParaRPr lang="en-AE">
            <a:solidFill>
              <a:schemeClr val="tx1"/>
            </a:solidFill>
          </a:endParaRPr>
        </a:p>
      </dgm:t>
    </dgm:pt>
    <dgm:pt modelId="{6E71720E-8129-478F-A750-56A73ECD712D}" type="sibTrans" cxnId="{0227A86E-E427-4FB2-97CE-85B582205457}">
      <dgm:prSet/>
      <dgm:spPr/>
      <dgm:t>
        <a:bodyPr/>
        <a:lstStyle/>
        <a:p>
          <a:endParaRPr lang="en-AE">
            <a:solidFill>
              <a:schemeClr val="tx1"/>
            </a:solidFill>
          </a:endParaRPr>
        </a:p>
      </dgm:t>
    </dgm:pt>
    <dgm:pt modelId="{44878101-264F-4B84-8970-439B2FB7956D}">
      <dgm:prSet phldrT="[Text]"/>
      <dgm:spPr/>
      <dgm:t>
        <a:bodyPr/>
        <a:lstStyle/>
        <a:p>
          <a:r>
            <a:rPr lang="en-US" b="1"/>
            <a:t>Shaping</a:t>
          </a:r>
        </a:p>
        <a:p>
          <a:r>
            <a:rPr lang="en-US"/>
            <a:t>Getting in the grooves</a:t>
          </a:r>
          <a:endParaRPr lang="en-AE" dirty="0"/>
        </a:p>
      </dgm:t>
    </dgm:pt>
    <dgm:pt modelId="{7C6DD623-B75E-4D8E-8272-76B3DB240C00}" type="parTrans" cxnId="{D3AC9733-E954-4148-BC46-95EDBE5C5ED0}">
      <dgm:prSet/>
      <dgm:spPr/>
      <dgm:t>
        <a:bodyPr/>
        <a:lstStyle/>
        <a:p>
          <a:endParaRPr lang="en-AE">
            <a:solidFill>
              <a:schemeClr val="tx1"/>
            </a:solidFill>
          </a:endParaRPr>
        </a:p>
      </dgm:t>
    </dgm:pt>
    <dgm:pt modelId="{7C80F624-7FD2-4C55-BDF5-D96BE86FB953}" type="sibTrans" cxnId="{D3AC9733-E954-4148-BC46-95EDBE5C5ED0}">
      <dgm:prSet/>
      <dgm:spPr/>
      <dgm:t>
        <a:bodyPr/>
        <a:lstStyle/>
        <a:p>
          <a:endParaRPr lang="en-AE">
            <a:solidFill>
              <a:schemeClr val="tx1"/>
            </a:solidFill>
          </a:endParaRPr>
        </a:p>
      </dgm:t>
    </dgm:pt>
    <dgm:pt modelId="{A32372E9-9D6B-4CFA-8A15-956FB73535D2}">
      <dgm:prSet phldrT="[Text]"/>
      <dgm:spPr/>
      <dgm:t>
        <a:bodyPr/>
        <a:lstStyle/>
        <a:p>
          <a:r>
            <a:rPr lang="en-US" b="1"/>
            <a:t>Ojas the product owner defined which type of cloud network we will analyze </a:t>
          </a:r>
          <a:endParaRPr lang="en-AE" dirty="0"/>
        </a:p>
      </dgm:t>
    </dgm:pt>
    <dgm:pt modelId="{EACF2739-7FF8-40B5-942B-172A889F881F}" type="parTrans" cxnId="{AC849FFD-8219-497A-BC54-3509B703782D}">
      <dgm:prSet/>
      <dgm:spPr/>
      <dgm:t>
        <a:bodyPr/>
        <a:lstStyle/>
        <a:p>
          <a:endParaRPr lang="en-AE">
            <a:solidFill>
              <a:schemeClr val="tx1"/>
            </a:solidFill>
          </a:endParaRPr>
        </a:p>
      </dgm:t>
    </dgm:pt>
    <dgm:pt modelId="{3A3FB411-05BA-4592-8EF0-01D306E32E03}" type="sibTrans" cxnId="{AC849FFD-8219-497A-BC54-3509B703782D}">
      <dgm:prSet/>
      <dgm:spPr/>
      <dgm:t>
        <a:bodyPr/>
        <a:lstStyle/>
        <a:p>
          <a:endParaRPr lang="en-AE">
            <a:solidFill>
              <a:schemeClr val="tx1"/>
            </a:solidFill>
          </a:endParaRPr>
        </a:p>
      </dgm:t>
    </dgm:pt>
    <dgm:pt modelId="{95777060-2825-4003-A5DA-935C66BFF753}">
      <dgm:prSet/>
      <dgm:spPr/>
      <dgm:t>
        <a:bodyPr/>
        <a:lstStyle/>
        <a:p>
          <a:r>
            <a:rPr lang="en-US" b="1"/>
            <a:t>Each researcher then aligned his research to this network.</a:t>
          </a:r>
          <a:endParaRPr lang="en-AE" b="1" dirty="0"/>
        </a:p>
      </dgm:t>
    </dgm:pt>
    <dgm:pt modelId="{6CF924CF-FDD0-47B2-ADB2-E20F7DF9EF76}" type="parTrans" cxnId="{7D00130F-44AD-42A3-8469-890F3AEA12F3}">
      <dgm:prSet/>
      <dgm:spPr/>
      <dgm:t>
        <a:bodyPr/>
        <a:lstStyle/>
        <a:p>
          <a:endParaRPr lang="en-AE">
            <a:solidFill>
              <a:schemeClr val="tx1"/>
            </a:solidFill>
          </a:endParaRPr>
        </a:p>
      </dgm:t>
    </dgm:pt>
    <dgm:pt modelId="{FD182937-4869-485E-AA65-FDF86AFCA9AC}" type="sibTrans" cxnId="{7D00130F-44AD-42A3-8469-890F3AEA12F3}">
      <dgm:prSet/>
      <dgm:spPr/>
      <dgm:t>
        <a:bodyPr/>
        <a:lstStyle/>
        <a:p>
          <a:endParaRPr lang="en-AE">
            <a:solidFill>
              <a:schemeClr val="tx1"/>
            </a:solidFill>
          </a:endParaRPr>
        </a:p>
      </dgm:t>
    </dgm:pt>
    <dgm:pt modelId="{2389344E-986A-4BCF-B7BE-F243706D1841}">
      <dgm:prSet phldrT="[Text]" phldr="0"/>
      <dgm:spPr/>
      <dgm:t>
        <a:bodyPr/>
        <a:lstStyle/>
        <a:p>
          <a:r>
            <a:rPr lang="en-US"/>
            <a:t>Deadlines were discussed and reassessed based on the relaxation of time-line</a:t>
          </a:r>
          <a:endParaRPr lang="en-AE" dirty="0"/>
        </a:p>
      </dgm:t>
    </dgm:pt>
    <dgm:pt modelId="{09823554-3C54-4519-A736-E6AD3C9C4C29}" type="parTrans" cxnId="{7B84C89A-0290-4E5E-A247-AB1D4A7C1AEA}">
      <dgm:prSet/>
      <dgm:spPr/>
      <dgm:t>
        <a:bodyPr/>
        <a:lstStyle/>
        <a:p>
          <a:endParaRPr lang="en-AE">
            <a:solidFill>
              <a:schemeClr val="tx1"/>
            </a:solidFill>
          </a:endParaRPr>
        </a:p>
      </dgm:t>
    </dgm:pt>
    <dgm:pt modelId="{565FF749-3846-4376-BB1E-8747FD856F5F}" type="sibTrans" cxnId="{7B84C89A-0290-4E5E-A247-AB1D4A7C1AEA}">
      <dgm:prSet/>
      <dgm:spPr/>
      <dgm:t>
        <a:bodyPr/>
        <a:lstStyle/>
        <a:p>
          <a:endParaRPr lang="en-AE">
            <a:solidFill>
              <a:schemeClr val="tx1"/>
            </a:solidFill>
          </a:endParaRPr>
        </a:p>
      </dgm:t>
    </dgm:pt>
    <dgm:pt modelId="{8E8DE60C-8690-4770-BD7B-571C884105FE}">
      <dgm:prSet/>
      <dgm:spPr/>
      <dgm:t>
        <a:bodyPr/>
        <a:lstStyle/>
        <a:p>
          <a:r>
            <a:rPr lang="en-US" b="1"/>
            <a:t>Executive summary file prepared by AI!</a:t>
          </a:r>
          <a:endParaRPr lang="en-AE" b="1" dirty="0"/>
        </a:p>
      </dgm:t>
    </dgm:pt>
    <dgm:pt modelId="{2F67899D-4FAB-4A43-A82A-1EE1D17638E0}" type="parTrans" cxnId="{599D038F-BCE3-41A5-8840-9EA0FDA3200D}">
      <dgm:prSet/>
      <dgm:spPr/>
      <dgm:t>
        <a:bodyPr/>
        <a:lstStyle/>
        <a:p>
          <a:endParaRPr lang="en-AE">
            <a:solidFill>
              <a:schemeClr val="tx1"/>
            </a:solidFill>
          </a:endParaRPr>
        </a:p>
      </dgm:t>
    </dgm:pt>
    <dgm:pt modelId="{3A97D88C-F8CC-4FA4-B559-8DB801DDB651}" type="sibTrans" cxnId="{599D038F-BCE3-41A5-8840-9EA0FDA3200D}">
      <dgm:prSet/>
      <dgm:spPr/>
      <dgm:t>
        <a:bodyPr/>
        <a:lstStyle/>
        <a:p>
          <a:endParaRPr lang="en-AE">
            <a:solidFill>
              <a:schemeClr val="tx1"/>
            </a:solidFill>
          </a:endParaRPr>
        </a:p>
      </dgm:t>
    </dgm:pt>
    <dgm:pt modelId="{5411A350-2EA3-4F75-A433-9F95DE3C4A91}" type="pres">
      <dgm:prSet presAssocID="{4A2737FB-3614-4E13-9C11-567DD6F7C7AA}" presName="Name0" presStyleCnt="0">
        <dgm:presLayoutVars>
          <dgm:dir/>
          <dgm:resizeHandles val="exact"/>
        </dgm:presLayoutVars>
      </dgm:prSet>
      <dgm:spPr/>
    </dgm:pt>
    <dgm:pt modelId="{A01B39C4-089B-40FB-912A-3D35E713FBFD}" type="pres">
      <dgm:prSet presAssocID="{51E99F87-E3F5-4354-840F-5CE2D4A67B4D}" presName="composite" presStyleCnt="0"/>
      <dgm:spPr/>
    </dgm:pt>
    <dgm:pt modelId="{8628E0E9-3CE5-4062-A9FA-1E0AD0F09D36}" type="pres">
      <dgm:prSet presAssocID="{51E99F87-E3F5-4354-840F-5CE2D4A67B4D}" presName="imagSh" presStyleLbl="b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Lost with solid fill"/>
        </a:ext>
      </dgm:extLst>
    </dgm:pt>
    <dgm:pt modelId="{35F64EF0-3CBC-4A7D-86DE-FB8508F9F6D9}" type="pres">
      <dgm:prSet presAssocID="{51E99F87-E3F5-4354-840F-5CE2D4A67B4D}" presName="txNode" presStyleLbl="node1" presStyleIdx="0" presStyleCnt="4">
        <dgm:presLayoutVars>
          <dgm:bulletEnabled val="1"/>
        </dgm:presLayoutVars>
      </dgm:prSet>
      <dgm:spPr/>
    </dgm:pt>
    <dgm:pt modelId="{3C4C8F0F-C271-4113-94E6-082CBB457ACD}" type="pres">
      <dgm:prSet presAssocID="{CB0A4CA0-D1BD-43F0-ADD6-AE1549A9335E}" presName="sibTrans" presStyleLbl="sibTrans2D1" presStyleIdx="0" presStyleCnt="3"/>
      <dgm:spPr/>
    </dgm:pt>
    <dgm:pt modelId="{C18BD847-1285-4431-B159-FB065476054D}" type="pres">
      <dgm:prSet presAssocID="{CB0A4CA0-D1BD-43F0-ADD6-AE1549A9335E}" presName="connTx" presStyleLbl="sibTrans2D1" presStyleIdx="0" presStyleCnt="3"/>
      <dgm:spPr/>
    </dgm:pt>
    <dgm:pt modelId="{DD123190-3F2B-4F5D-A6BC-ABB1CBB7FF79}" type="pres">
      <dgm:prSet presAssocID="{D5845620-8DCD-453F-B004-6258BBE85C65}" presName="composite" presStyleCnt="0"/>
      <dgm:spPr/>
    </dgm:pt>
    <dgm:pt modelId="{6FFFE9E0-0AAF-4BCB-8629-E7154493B1C8}" type="pres">
      <dgm:prSet presAssocID="{D5845620-8DCD-453F-B004-6258BBE85C65}" presName="imagSh" presStyleLbl="b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ilter with solid fill"/>
        </a:ext>
      </dgm:extLst>
    </dgm:pt>
    <dgm:pt modelId="{B618BC2A-E702-4FC3-8F52-2340AA62413A}" type="pres">
      <dgm:prSet presAssocID="{D5845620-8DCD-453F-B004-6258BBE85C65}" presName="txNode" presStyleLbl="node1" presStyleIdx="1" presStyleCnt="4">
        <dgm:presLayoutVars>
          <dgm:bulletEnabled val="1"/>
        </dgm:presLayoutVars>
      </dgm:prSet>
      <dgm:spPr/>
    </dgm:pt>
    <dgm:pt modelId="{08ABD57E-BCE5-4ED6-8013-D64B752404FD}" type="pres">
      <dgm:prSet presAssocID="{9A4EB06F-32CF-4677-AF70-CE8BA219745D}" presName="sibTrans" presStyleLbl="sibTrans2D1" presStyleIdx="1" presStyleCnt="3"/>
      <dgm:spPr/>
    </dgm:pt>
    <dgm:pt modelId="{1DC491A6-5C16-4287-BA1C-D3605B97AAED}" type="pres">
      <dgm:prSet presAssocID="{9A4EB06F-32CF-4677-AF70-CE8BA219745D}" presName="connTx" presStyleLbl="sibTrans2D1" presStyleIdx="1" presStyleCnt="3"/>
      <dgm:spPr/>
    </dgm:pt>
    <dgm:pt modelId="{1141283D-6BB1-419F-8EAD-4AA9AF5CC3D6}" type="pres">
      <dgm:prSet presAssocID="{44878101-264F-4B84-8970-439B2FB7956D}" presName="composite" presStyleCnt="0"/>
      <dgm:spPr/>
    </dgm:pt>
    <dgm:pt modelId="{F8CA86C0-ACA8-40DD-9700-AB790B46261F}" type="pres">
      <dgm:prSet presAssocID="{44878101-264F-4B84-8970-439B2FB7956D}" presName="imagSh" presStyleLbl="b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lueprint outline"/>
        </a:ext>
      </dgm:extLst>
    </dgm:pt>
    <dgm:pt modelId="{AD6317F6-5965-4523-BFBC-49580DB203F1}" type="pres">
      <dgm:prSet presAssocID="{44878101-264F-4B84-8970-439B2FB7956D}" presName="txNode" presStyleLbl="node1" presStyleIdx="2" presStyleCnt="4">
        <dgm:presLayoutVars>
          <dgm:bulletEnabled val="1"/>
        </dgm:presLayoutVars>
      </dgm:prSet>
      <dgm:spPr/>
    </dgm:pt>
    <dgm:pt modelId="{E7A5D761-DCF9-4DAA-A78F-C07C73CDA977}" type="pres">
      <dgm:prSet presAssocID="{7C80F624-7FD2-4C55-BDF5-D96BE86FB953}" presName="sibTrans" presStyleLbl="sibTrans2D1" presStyleIdx="2" presStyleCnt="3"/>
      <dgm:spPr/>
    </dgm:pt>
    <dgm:pt modelId="{5D095ACF-C4D1-4254-B10E-924992D441C4}" type="pres">
      <dgm:prSet presAssocID="{7C80F624-7FD2-4C55-BDF5-D96BE86FB953}" presName="connTx" presStyleLbl="sibTrans2D1" presStyleIdx="2" presStyleCnt="3"/>
      <dgm:spPr/>
    </dgm:pt>
    <dgm:pt modelId="{BD26020E-7AEF-4B8B-BA2A-B497B7CB99E0}" type="pres">
      <dgm:prSet presAssocID="{72DEC0B5-105E-498C-A5F3-935F3B46CF85}" presName="composite" presStyleCnt="0"/>
      <dgm:spPr/>
    </dgm:pt>
    <dgm:pt modelId="{BB86B901-6FC3-461D-91CC-DC12A7FC7A09}" type="pres">
      <dgm:prSet presAssocID="{72DEC0B5-105E-498C-A5F3-935F3B46CF85}" presName="imagSh" presStyleLbl="bgImgPlac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Target outline"/>
        </a:ext>
      </dgm:extLst>
    </dgm:pt>
    <dgm:pt modelId="{8EA3A0C4-E859-4C73-ACD8-73CE8821B6DC}" type="pres">
      <dgm:prSet presAssocID="{72DEC0B5-105E-498C-A5F3-935F3B46CF85}" presName="txNode" presStyleLbl="node1" presStyleIdx="3" presStyleCnt="4">
        <dgm:presLayoutVars>
          <dgm:bulletEnabled val="1"/>
        </dgm:presLayoutVars>
      </dgm:prSet>
      <dgm:spPr/>
    </dgm:pt>
  </dgm:ptLst>
  <dgm:cxnLst>
    <dgm:cxn modelId="{11D8330C-9E39-48D4-8DC3-2F984810D743}" srcId="{D5845620-8DCD-453F-B004-6258BBE85C65}" destId="{89DF8CDA-C2FA-40B1-BAF7-D5D4DE3C3AAA}" srcOrd="0" destOrd="0" parTransId="{B7A8B82D-6B37-478A-B54A-6FCBF1F91F71}" sibTransId="{AB1B7541-39C3-4431-B94D-F10D59519D82}"/>
    <dgm:cxn modelId="{7D00130F-44AD-42A3-8469-890F3AEA12F3}" srcId="{44878101-264F-4B84-8970-439B2FB7956D}" destId="{95777060-2825-4003-A5DA-935C66BFF753}" srcOrd="1" destOrd="0" parTransId="{6CF924CF-FDD0-47B2-ADB2-E20F7DF9EF76}" sibTransId="{FD182937-4869-485E-AA65-FDF86AFCA9AC}"/>
    <dgm:cxn modelId="{BB00F911-6AAC-4370-9824-80152117B72E}" type="presOf" srcId="{A32372E9-9D6B-4CFA-8A15-956FB73535D2}" destId="{AD6317F6-5965-4523-BFBC-49580DB203F1}" srcOrd="0" destOrd="1" presId="urn:microsoft.com/office/officeart/2005/8/layout/hProcess10"/>
    <dgm:cxn modelId="{C61A271A-118A-4BD6-BEFF-7ACA08A4DF6A}" type="presOf" srcId="{72DEC0B5-105E-498C-A5F3-935F3B46CF85}" destId="{8EA3A0C4-E859-4C73-ACD8-73CE8821B6DC}" srcOrd="0" destOrd="0" presId="urn:microsoft.com/office/officeart/2005/8/layout/hProcess10"/>
    <dgm:cxn modelId="{6B153C1E-7D02-4F09-9E8E-02F733444CBE}" type="presOf" srcId="{9A4EB06F-32CF-4677-AF70-CE8BA219745D}" destId="{08ABD57E-BCE5-4ED6-8013-D64B752404FD}" srcOrd="0" destOrd="0" presId="urn:microsoft.com/office/officeart/2005/8/layout/hProcess10"/>
    <dgm:cxn modelId="{30350628-0196-465F-B6FA-3827D3B99C16}" srcId="{4A2737FB-3614-4E13-9C11-567DD6F7C7AA}" destId="{D5845620-8DCD-453F-B004-6258BBE85C65}" srcOrd="1" destOrd="0" parTransId="{06DEB956-819F-4C31-9573-1240BEA42AA7}" sibTransId="{9A4EB06F-32CF-4677-AF70-CE8BA219745D}"/>
    <dgm:cxn modelId="{6A2FBC31-2534-41A2-8E84-C38327B5003C}" type="presOf" srcId="{44878101-264F-4B84-8970-439B2FB7956D}" destId="{AD6317F6-5965-4523-BFBC-49580DB203F1}" srcOrd="0" destOrd="0" presId="urn:microsoft.com/office/officeart/2005/8/layout/hProcess10"/>
    <dgm:cxn modelId="{D3AC9733-E954-4148-BC46-95EDBE5C5ED0}" srcId="{4A2737FB-3614-4E13-9C11-567DD6F7C7AA}" destId="{44878101-264F-4B84-8970-439B2FB7956D}" srcOrd="2" destOrd="0" parTransId="{7C6DD623-B75E-4D8E-8272-76B3DB240C00}" sibTransId="{7C80F624-7FD2-4C55-BDF5-D96BE86FB953}"/>
    <dgm:cxn modelId="{742D143A-338D-4891-98C7-9AA3FF95AB94}" srcId="{4A2737FB-3614-4E13-9C11-567DD6F7C7AA}" destId="{51E99F87-E3F5-4354-840F-5CE2D4A67B4D}" srcOrd="0" destOrd="0" parTransId="{8CA57937-A12F-4CF1-BC71-C519D94E8306}" sibTransId="{CB0A4CA0-D1BD-43F0-ADD6-AE1549A9335E}"/>
    <dgm:cxn modelId="{ADC22B3F-B988-43A6-85DA-6D42AB07BC59}" type="presOf" srcId="{89DF8CDA-C2FA-40B1-BAF7-D5D4DE3C3AAA}" destId="{B618BC2A-E702-4FC3-8F52-2340AA62413A}" srcOrd="0" destOrd="1" presId="urn:microsoft.com/office/officeart/2005/8/layout/hProcess10"/>
    <dgm:cxn modelId="{0E297340-D69D-47A4-A22E-9FD64BA1A4C4}" type="presOf" srcId="{7C80F624-7FD2-4C55-BDF5-D96BE86FB953}" destId="{E7A5D761-DCF9-4DAA-A78F-C07C73CDA977}" srcOrd="0" destOrd="0" presId="urn:microsoft.com/office/officeart/2005/8/layout/hProcess10"/>
    <dgm:cxn modelId="{287FFE40-8926-4223-889D-7DF139246EE4}" type="presOf" srcId="{2389344E-986A-4BCF-B7BE-F243706D1841}" destId="{AD6317F6-5965-4523-BFBC-49580DB203F1}" srcOrd="0" destOrd="3" presId="urn:microsoft.com/office/officeart/2005/8/layout/hProcess10"/>
    <dgm:cxn modelId="{3F95315D-0A59-4268-A87E-7B0C77102231}" type="presOf" srcId="{7C80F624-7FD2-4C55-BDF5-D96BE86FB953}" destId="{5D095ACF-C4D1-4254-B10E-924992D441C4}" srcOrd="1" destOrd="0" presId="urn:microsoft.com/office/officeart/2005/8/layout/hProcess10"/>
    <dgm:cxn modelId="{84A8E963-51B4-4423-B7BA-A7D37D1F7A77}" type="presOf" srcId="{51E99F87-E3F5-4354-840F-5CE2D4A67B4D}" destId="{35F64EF0-3CBC-4A7D-86DE-FB8508F9F6D9}" srcOrd="0" destOrd="0" presId="urn:microsoft.com/office/officeart/2005/8/layout/hProcess10"/>
    <dgm:cxn modelId="{A656EC68-C8B4-4A03-9643-226B9413429D}" type="presOf" srcId="{CB0A4CA0-D1BD-43F0-ADD6-AE1549A9335E}" destId="{C18BD847-1285-4431-B159-FB065476054D}" srcOrd="1" destOrd="0" presId="urn:microsoft.com/office/officeart/2005/8/layout/hProcess10"/>
    <dgm:cxn modelId="{C7C4704C-449C-44E8-8DC4-FB41D90914B0}" type="presOf" srcId="{CB0A4CA0-D1BD-43F0-ADD6-AE1549A9335E}" destId="{3C4C8F0F-C271-4113-94E6-082CBB457ACD}" srcOrd="0" destOrd="0" presId="urn:microsoft.com/office/officeart/2005/8/layout/hProcess10"/>
    <dgm:cxn modelId="{0227A86E-E427-4FB2-97CE-85B582205457}" srcId="{72DEC0B5-105E-498C-A5F3-935F3B46CF85}" destId="{E64E91C6-2022-48C7-B295-D1EEB81C7A54}" srcOrd="1" destOrd="0" parTransId="{1FEBFA20-3CE7-4B08-8625-6828BA5886A9}" sibTransId="{6E71720E-8129-478F-A750-56A73ECD712D}"/>
    <dgm:cxn modelId="{8CFC004F-C032-4448-9E08-76AC98BB0D00}" type="presOf" srcId="{8E8DE60C-8690-4770-BD7B-571C884105FE}" destId="{8EA3A0C4-E859-4C73-ACD8-73CE8821B6DC}" srcOrd="0" destOrd="3" presId="urn:microsoft.com/office/officeart/2005/8/layout/hProcess10"/>
    <dgm:cxn modelId="{9B9E4074-8271-4388-AB6E-B8AE80172044}" type="presOf" srcId="{7F71B586-4727-4448-BD7E-8D212CA5E117}" destId="{8EA3A0C4-E859-4C73-ACD8-73CE8821B6DC}" srcOrd="0" destOrd="1" presId="urn:microsoft.com/office/officeart/2005/8/layout/hProcess10"/>
    <dgm:cxn modelId="{F14CC856-46F3-4172-8DF6-E568FC9BD133}" type="presOf" srcId="{F0E1920A-C673-487B-BB6A-A863D94865B1}" destId="{B618BC2A-E702-4FC3-8F52-2340AA62413A}" srcOrd="0" destOrd="2" presId="urn:microsoft.com/office/officeart/2005/8/layout/hProcess10"/>
    <dgm:cxn modelId="{EBF50A78-B4D0-482E-AF2A-DC3A27715774}" type="presOf" srcId="{C3D9BF68-74CE-4808-9870-52844EA98E0C}" destId="{B618BC2A-E702-4FC3-8F52-2340AA62413A}" srcOrd="0" destOrd="3" presId="urn:microsoft.com/office/officeart/2005/8/layout/hProcess10"/>
    <dgm:cxn modelId="{67EC0E82-EDCE-48AD-B55E-AD36EB7FE6E5}" type="presOf" srcId="{4A2737FB-3614-4E13-9C11-567DD6F7C7AA}" destId="{5411A350-2EA3-4F75-A433-9F95DE3C4A91}" srcOrd="0" destOrd="0" presId="urn:microsoft.com/office/officeart/2005/8/layout/hProcess10"/>
    <dgm:cxn modelId="{DD0BA283-35E9-4A1C-8AEF-B7E1E6320A80}" type="presOf" srcId="{A1FB067B-0E43-446F-89ED-9022B406B9DF}" destId="{35F64EF0-3CBC-4A7D-86DE-FB8508F9F6D9}" srcOrd="0" destOrd="4" presId="urn:microsoft.com/office/officeart/2005/8/layout/hProcess10"/>
    <dgm:cxn modelId="{12A58785-D6E6-4BA0-A80F-715EC474C0EC}" srcId="{D5845620-8DCD-453F-B004-6258BBE85C65}" destId="{F0E1920A-C673-487B-BB6A-A863D94865B1}" srcOrd="1" destOrd="0" parTransId="{F12DE718-89EB-4B69-889F-4D5CE426992F}" sibTransId="{676CE59B-AA46-41CF-9ACA-C2694F687165}"/>
    <dgm:cxn modelId="{599D038F-BCE3-41A5-8840-9EA0FDA3200D}" srcId="{72DEC0B5-105E-498C-A5F3-935F3B46CF85}" destId="{8E8DE60C-8690-4770-BD7B-571C884105FE}" srcOrd="2" destOrd="0" parTransId="{2F67899D-4FAB-4A43-A82A-1EE1D17638E0}" sibTransId="{3A97D88C-F8CC-4FA4-B559-8DB801DDB651}"/>
    <dgm:cxn modelId="{AC773890-A689-42EE-AA81-266018BED4EC}" type="presOf" srcId="{D5845620-8DCD-453F-B004-6258BBE85C65}" destId="{B618BC2A-E702-4FC3-8F52-2340AA62413A}" srcOrd="0" destOrd="0" presId="urn:microsoft.com/office/officeart/2005/8/layout/hProcess10"/>
    <dgm:cxn modelId="{D8B71893-3495-4FF4-A9EA-68A37D6283A7}" type="presOf" srcId="{E64E91C6-2022-48C7-B295-D1EEB81C7A54}" destId="{8EA3A0C4-E859-4C73-ACD8-73CE8821B6DC}" srcOrd="0" destOrd="2" presId="urn:microsoft.com/office/officeart/2005/8/layout/hProcess10"/>
    <dgm:cxn modelId="{7B84C89A-0290-4E5E-A247-AB1D4A7C1AEA}" srcId="{44878101-264F-4B84-8970-439B2FB7956D}" destId="{2389344E-986A-4BCF-B7BE-F243706D1841}" srcOrd="2" destOrd="0" parTransId="{09823554-3C54-4519-A736-E6AD3C9C4C29}" sibTransId="{565FF749-3846-4376-BB1E-8747FD856F5F}"/>
    <dgm:cxn modelId="{1707339B-8C8A-4E10-9E72-E57FE7592B9B}" type="presOf" srcId="{95777060-2825-4003-A5DA-935C66BFF753}" destId="{AD6317F6-5965-4523-BFBC-49580DB203F1}" srcOrd="0" destOrd="2" presId="urn:microsoft.com/office/officeart/2005/8/layout/hProcess10"/>
    <dgm:cxn modelId="{D7D4E89C-273C-4C06-ACD3-67B50AED7231}" type="presOf" srcId="{6E35B1CE-1424-4C03-AA5A-B8EEBE2D6083}" destId="{35F64EF0-3CBC-4A7D-86DE-FB8508F9F6D9}" srcOrd="0" destOrd="3" presId="urn:microsoft.com/office/officeart/2005/8/layout/hProcess10"/>
    <dgm:cxn modelId="{F1B88ABC-98CF-4C47-B7B8-DBA13A5B8E19}" srcId="{51E99F87-E3F5-4354-840F-5CE2D4A67B4D}" destId="{2477D4FC-A9B2-434E-93CC-7B5A7D4C0ABE}" srcOrd="0" destOrd="0" parTransId="{2EBF26C5-8359-4255-98E0-4BAC061F6DB5}" sibTransId="{F4AAAE7D-E301-4D4E-920D-B130F5333BA9}"/>
    <dgm:cxn modelId="{BBC7D3BE-B98E-43D6-B1C7-C681584A1398}" srcId="{51E99F87-E3F5-4354-840F-5CE2D4A67B4D}" destId="{6E35B1CE-1424-4C03-AA5A-B8EEBE2D6083}" srcOrd="2" destOrd="0" parTransId="{80EB5F86-3D96-48D6-B8E0-C4F731F725BD}" sibTransId="{7E42F07D-D297-404C-9F9D-1D37FCEB7EAC}"/>
    <dgm:cxn modelId="{59B96CC0-21B8-4D86-BA8C-7DA5550005EE}" srcId="{51E99F87-E3F5-4354-840F-5CE2D4A67B4D}" destId="{A1FB067B-0E43-446F-89ED-9022B406B9DF}" srcOrd="3" destOrd="0" parTransId="{76DB23F0-EFB2-4B9C-8267-83A1FD93B350}" sibTransId="{EEF96A89-0718-4696-A1E0-E4F21A6567C4}"/>
    <dgm:cxn modelId="{80D765C9-8AA8-47D3-A600-595F4326F633}" srcId="{51E99F87-E3F5-4354-840F-5CE2D4A67B4D}" destId="{C15CFD1F-7D11-4DB9-A145-90C3D19EBA5E}" srcOrd="1" destOrd="0" parTransId="{29D98BBB-08EE-4E91-82FB-D79483BD435F}" sibTransId="{274D5393-63A2-4F71-968B-567175FAB321}"/>
    <dgm:cxn modelId="{3D38C8C9-2BEC-4A97-872E-4D7D5F908339}" type="presOf" srcId="{2477D4FC-A9B2-434E-93CC-7B5A7D4C0ABE}" destId="{35F64EF0-3CBC-4A7D-86DE-FB8508F9F6D9}" srcOrd="0" destOrd="1" presId="urn:microsoft.com/office/officeart/2005/8/layout/hProcess10"/>
    <dgm:cxn modelId="{113CE9D2-7EDB-4438-8232-BCC6313956F5}" srcId="{D5845620-8DCD-453F-B004-6258BBE85C65}" destId="{C3D9BF68-74CE-4808-9870-52844EA98E0C}" srcOrd="2" destOrd="0" parTransId="{1BB24154-6312-4178-BF02-30FA9D80F389}" sibTransId="{539E4935-5B05-4709-9678-3C7AEBFDD2BA}"/>
    <dgm:cxn modelId="{EFC98CD9-C866-4E84-BC53-33F6A8DF44D4}" type="presOf" srcId="{C15CFD1F-7D11-4DB9-A145-90C3D19EBA5E}" destId="{35F64EF0-3CBC-4A7D-86DE-FB8508F9F6D9}" srcOrd="0" destOrd="2" presId="urn:microsoft.com/office/officeart/2005/8/layout/hProcess10"/>
    <dgm:cxn modelId="{C4F974E8-EE26-4BF7-A339-62E0CA805BDB}" srcId="{72DEC0B5-105E-498C-A5F3-935F3B46CF85}" destId="{7F71B586-4727-4448-BD7E-8D212CA5E117}" srcOrd="0" destOrd="0" parTransId="{83A5FE13-BD67-40C5-8D75-611F47C342A5}" sibTransId="{5BC9D704-1064-43C8-A735-1A667118AAA1}"/>
    <dgm:cxn modelId="{C29C17F2-0AE4-4B05-A89B-8160DE494A34}" type="presOf" srcId="{9A4EB06F-32CF-4677-AF70-CE8BA219745D}" destId="{1DC491A6-5C16-4287-BA1C-D3605B97AAED}" srcOrd="1" destOrd="0" presId="urn:microsoft.com/office/officeart/2005/8/layout/hProcess10"/>
    <dgm:cxn modelId="{DD5132F6-6E1E-4FEF-B26E-85E5C76AF600}" srcId="{4A2737FB-3614-4E13-9C11-567DD6F7C7AA}" destId="{72DEC0B5-105E-498C-A5F3-935F3B46CF85}" srcOrd="3" destOrd="0" parTransId="{AC41DA78-492E-4F82-8B85-752461068A45}" sibTransId="{7B621277-8A0A-489A-88CC-76EDDE25B993}"/>
    <dgm:cxn modelId="{AC849FFD-8219-497A-BC54-3509B703782D}" srcId="{44878101-264F-4B84-8970-439B2FB7956D}" destId="{A32372E9-9D6B-4CFA-8A15-956FB73535D2}" srcOrd="0" destOrd="0" parTransId="{EACF2739-7FF8-40B5-942B-172A889F881F}" sibTransId="{3A3FB411-05BA-4592-8EF0-01D306E32E03}"/>
    <dgm:cxn modelId="{0453D489-0928-4774-98E1-42F75D826040}" type="presParOf" srcId="{5411A350-2EA3-4F75-A433-9F95DE3C4A91}" destId="{A01B39C4-089B-40FB-912A-3D35E713FBFD}" srcOrd="0" destOrd="0" presId="urn:microsoft.com/office/officeart/2005/8/layout/hProcess10"/>
    <dgm:cxn modelId="{61E5BFCA-96CB-4FEE-89C5-28D5ECC1F327}" type="presParOf" srcId="{A01B39C4-089B-40FB-912A-3D35E713FBFD}" destId="{8628E0E9-3CE5-4062-A9FA-1E0AD0F09D36}" srcOrd="0" destOrd="0" presId="urn:microsoft.com/office/officeart/2005/8/layout/hProcess10"/>
    <dgm:cxn modelId="{7D65B7D0-40FC-4090-8D92-0C9D0A434CAC}" type="presParOf" srcId="{A01B39C4-089B-40FB-912A-3D35E713FBFD}" destId="{35F64EF0-3CBC-4A7D-86DE-FB8508F9F6D9}" srcOrd="1" destOrd="0" presId="urn:microsoft.com/office/officeart/2005/8/layout/hProcess10"/>
    <dgm:cxn modelId="{2EA6787A-BA78-4465-8B57-3F58C9FE98A7}" type="presParOf" srcId="{5411A350-2EA3-4F75-A433-9F95DE3C4A91}" destId="{3C4C8F0F-C271-4113-94E6-082CBB457ACD}" srcOrd="1" destOrd="0" presId="urn:microsoft.com/office/officeart/2005/8/layout/hProcess10"/>
    <dgm:cxn modelId="{C615BAE6-DC0D-4C77-A71F-BAE4332A94EC}" type="presParOf" srcId="{3C4C8F0F-C271-4113-94E6-082CBB457ACD}" destId="{C18BD847-1285-4431-B159-FB065476054D}" srcOrd="0" destOrd="0" presId="urn:microsoft.com/office/officeart/2005/8/layout/hProcess10"/>
    <dgm:cxn modelId="{647E2BD4-F52D-4DFE-AF70-42C6D6DEB68F}" type="presParOf" srcId="{5411A350-2EA3-4F75-A433-9F95DE3C4A91}" destId="{DD123190-3F2B-4F5D-A6BC-ABB1CBB7FF79}" srcOrd="2" destOrd="0" presId="urn:microsoft.com/office/officeart/2005/8/layout/hProcess10"/>
    <dgm:cxn modelId="{5C6AAB29-3111-4F34-9593-4664CBF9A4E9}" type="presParOf" srcId="{DD123190-3F2B-4F5D-A6BC-ABB1CBB7FF79}" destId="{6FFFE9E0-0AAF-4BCB-8629-E7154493B1C8}" srcOrd="0" destOrd="0" presId="urn:microsoft.com/office/officeart/2005/8/layout/hProcess10"/>
    <dgm:cxn modelId="{5FEE34CA-35E8-4AF8-A5CB-7E17153F62D5}" type="presParOf" srcId="{DD123190-3F2B-4F5D-A6BC-ABB1CBB7FF79}" destId="{B618BC2A-E702-4FC3-8F52-2340AA62413A}" srcOrd="1" destOrd="0" presId="urn:microsoft.com/office/officeart/2005/8/layout/hProcess10"/>
    <dgm:cxn modelId="{A3A27BDF-8882-487E-A988-F29E46C5E274}" type="presParOf" srcId="{5411A350-2EA3-4F75-A433-9F95DE3C4A91}" destId="{08ABD57E-BCE5-4ED6-8013-D64B752404FD}" srcOrd="3" destOrd="0" presId="urn:microsoft.com/office/officeart/2005/8/layout/hProcess10"/>
    <dgm:cxn modelId="{DDEB45D3-AC21-45C7-9C82-D9F77DA6E487}" type="presParOf" srcId="{08ABD57E-BCE5-4ED6-8013-D64B752404FD}" destId="{1DC491A6-5C16-4287-BA1C-D3605B97AAED}" srcOrd="0" destOrd="0" presId="urn:microsoft.com/office/officeart/2005/8/layout/hProcess10"/>
    <dgm:cxn modelId="{CF01DCEC-20BE-4145-8252-4E34C97BAF84}" type="presParOf" srcId="{5411A350-2EA3-4F75-A433-9F95DE3C4A91}" destId="{1141283D-6BB1-419F-8EAD-4AA9AF5CC3D6}" srcOrd="4" destOrd="0" presId="urn:microsoft.com/office/officeart/2005/8/layout/hProcess10"/>
    <dgm:cxn modelId="{D965FD94-ADBD-4A52-A586-8B290D462DB8}" type="presParOf" srcId="{1141283D-6BB1-419F-8EAD-4AA9AF5CC3D6}" destId="{F8CA86C0-ACA8-40DD-9700-AB790B46261F}" srcOrd="0" destOrd="0" presId="urn:microsoft.com/office/officeart/2005/8/layout/hProcess10"/>
    <dgm:cxn modelId="{2D94E6DB-3EE1-4952-B6F7-FBDF77862D09}" type="presParOf" srcId="{1141283D-6BB1-419F-8EAD-4AA9AF5CC3D6}" destId="{AD6317F6-5965-4523-BFBC-49580DB203F1}" srcOrd="1" destOrd="0" presId="urn:microsoft.com/office/officeart/2005/8/layout/hProcess10"/>
    <dgm:cxn modelId="{C664378C-BD9F-42D6-BDB6-B53456EBDD16}" type="presParOf" srcId="{5411A350-2EA3-4F75-A433-9F95DE3C4A91}" destId="{E7A5D761-DCF9-4DAA-A78F-C07C73CDA977}" srcOrd="5" destOrd="0" presId="urn:microsoft.com/office/officeart/2005/8/layout/hProcess10"/>
    <dgm:cxn modelId="{D20BCFAC-3121-415A-BBEB-E9FCA04FF3C3}" type="presParOf" srcId="{E7A5D761-DCF9-4DAA-A78F-C07C73CDA977}" destId="{5D095ACF-C4D1-4254-B10E-924992D441C4}" srcOrd="0" destOrd="0" presId="urn:microsoft.com/office/officeart/2005/8/layout/hProcess10"/>
    <dgm:cxn modelId="{21EF7F96-2899-4C18-A4EC-2B64AF3E4F27}" type="presParOf" srcId="{5411A350-2EA3-4F75-A433-9F95DE3C4A91}" destId="{BD26020E-7AEF-4B8B-BA2A-B497B7CB99E0}" srcOrd="6" destOrd="0" presId="urn:microsoft.com/office/officeart/2005/8/layout/hProcess10"/>
    <dgm:cxn modelId="{266EEFE9-85F7-4BD2-9480-BDE013063C3F}" type="presParOf" srcId="{BD26020E-7AEF-4B8B-BA2A-B497B7CB99E0}" destId="{BB86B901-6FC3-461D-91CC-DC12A7FC7A09}" srcOrd="0" destOrd="0" presId="urn:microsoft.com/office/officeart/2005/8/layout/hProcess10"/>
    <dgm:cxn modelId="{2A7BD1AF-46E1-453A-9217-7CB8B53FAC23}" type="presParOf" srcId="{BD26020E-7AEF-4B8B-BA2A-B497B7CB99E0}" destId="{8EA3A0C4-E859-4C73-ACD8-73CE8821B6DC}"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2737FB-3614-4E13-9C11-567DD6F7C7AA}" type="doc">
      <dgm:prSet loTypeId="urn:microsoft.com/office/officeart/2005/8/layout/hProcess10" loCatId="process" qsTypeId="urn:microsoft.com/office/officeart/2005/8/quickstyle/simple1" qsCatId="simple" csTypeId="urn:microsoft.com/office/officeart/2005/8/colors/accent0_1" csCatId="mainScheme" phldr="1"/>
      <dgm:spPr/>
      <dgm:t>
        <a:bodyPr/>
        <a:lstStyle/>
        <a:p>
          <a:endParaRPr lang="en-AE"/>
        </a:p>
      </dgm:t>
    </dgm:pt>
    <dgm:pt modelId="{51E99F87-E3F5-4354-840F-5CE2D4A67B4D}">
      <dgm:prSet phldrT="[Text]"/>
      <dgm:spPr/>
      <dgm:t>
        <a:bodyPr/>
        <a:lstStyle/>
        <a:p>
          <a:r>
            <a:rPr lang="en-US" b="1" dirty="0">
              <a:latin typeface="Aptos" panose="020B0004020202020204" pitchFamily="34" charset="0"/>
            </a:rPr>
            <a:t>Confusion</a:t>
          </a:r>
        </a:p>
        <a:p>
          <a:r>
            <a:rPr lang="en-US" dirty="0">
              <a:latin typeface="Aptos" panose="020B0004020202020204" pitchFamily="34" charset="0"/>
            </a:rPr>
            <a:t>The deliverables  responsibilities split  but…</a:t>
          </a:r>
          <a:endParaRPr lang="en-AE" dirty="0">
            <a:latin typeface="Aptos" panose="020B0004020202020204" pitchFamily="34" charset="0"/>
          </a:endParaRPr>
        </a:p>
      </dgm:t>
    </dgm:pt>
    <dgm:pt modelId="{8CA57937-A12F-4CF1-BC71-C519D94E8306}" type="parTrans" cxnId="{742D143A-338D-4891-98C7-9AA3FF95AB94}">
      <dgm:prSet/>
      <dgm:spPr/>
      <dgm:t>
        <a:bodyPr/>
        <a:lstStyle/>
        <a:p>
          <a:endParaRPr lang="en-AE">
            <a:solidFill>
              <a:schemeClr val="tx1"/>
            </a:solidFill>
            <a:latin typeface="Aptos" panose="020B0004020202020204" pitchFamily="34" charset="0"/>
          </a:endParaRPr>
        </a:p>
      </dgm:t>
    </dgm:pt>
    <dgm:pt modelId="{CB0A4CA0-D1BD-43F0-ADD6-AE1549A9335E}" type="sibTrans" cxnId="{742D143A-338D-4891-98C7-9AA3FF95AB94}">
      <dgm:prSet/>
      <dgm:spPr/>
      <dgm:t>
        <a:bodyPr/>
        <a:lstStyle/>
        <a:p>
          <a:endParaRPr lang="en-AE">
            <a:solidFill>
              <a:schemeClr val="tx1"/>
            </a:solidFill>
            <a:latin typeface="Aptos" panose="020B0004020202020204" pitchFamily="34" charset="0"/>
          </a:endParaRPr>
        </a:p>
      </dgm:t>
    </dgm:pt>
    <dgm:pt modelId="{2477D4FC-A9B2-434E-93CC-7B5A7D4C0ABE}">
      <dgm:prSet phldrT="[Text]"/>
      <dgm:spPr/>
      <dgm:t>
        <a:bodyPr/>
        <a:lstStyle/>
        <a:p>
          <a:r>
            <a:rPr lang="en-US" b="1" dirty="0">
              <a:latin typeface="Aptos" panose="020B0004020202020204" pitchFamily="34" charset="0"/>
            </a:rPr>
            <a:t>Not sure what to analysis- real network/ imaginary??</a:t>
          </a:r>
          <a:endParaRPr lang="en-AE" dirty="0">
            <a:latin typeface="Aptos" panose="020B0004020202020204" pitchFamily="34" charset="0"/>
          </a:endParaRPr>
        </a:p>
      </dgm:t>
    </dgm:pt>
    <dgm:pt modelId="{2EBF26C5-8359-4255-98E0-4BAC061F6DB5}" type="parTrans" cxnId="{F1B88ABC-98CF-4C47-B7B8-DBA13A5B8E19}">
      <dgm:prSet/>
      <dgm:spPr/>
      <dgm:t>
        <a:bodyPr/>
        <a:lstStyle/>
        <a:p>
          <a:endParaRPr lang="en-AE">
            <a:solidFill>
              <a:schemeClr val="tx1"/>
            </a:solidFill>
            <a:latin typeface="Aptos" panose="020B0004020202020204" pitchFamily="34" charset="0"/>
          </a:endParaRPr>
        </a:p>
      </dgm:t>
    </dgm:pt>
    <dgm:pt modelId="{F4AAAE7D-E301-4D4E-920D-B130F5333BA9}" type="sibTrans" cxnId="{F1B88ABC-98CF-4C47-B7B8-DBA13A5B8E19}">
      <dgm:prSet/>
      <dgm:spPr/>
      <dgm:t>
        <a:bodyPr/>
        <a:lstStyle/>
        <a:p>
          <a:endParaRPr lang="en-AE">
            <a:solidFill>
              <a:schemeClr val="tx1"/>
            </a:solidFill>
            <a:latin typeface="Aptos" panose="020B0004020202020204" pitchFamily="34" charset="0"/>
          </a:endParaRPr>
        </a:p>
      </dgm:t>
    </dgm:pt>
    <dgm:pt modelId="{D5845620-8DCD-453F-B004-6258BBE85C65}">
      <dgm:prSet phldrT="[Text]"/>
      <dgm:spPr/>
      <dgm:t>
        <a:bodyPr/>
        <a:lstStyle/>
        <a:p>
          <a:r>
            <a:rPr lang="en-US" b="1">
              <a:latin typeface="Aptos" panose="020B0004020202020204" pitchFamily="34" charset="0"/>
            </a:rPr>
            <a:t>Sorting</a:t>
          </a:r>
        </a:p>
        <a:p>
          <a:r>
            <a:rPr lang="en-US">
              <a:latin typeface="Aptos" panose="020B0004020202020204" pitchFamily="34" charset="0"/>
            </a:rPr>
            <a:t>Division of Works</a:t>
          </a:r>
          <a:endParaRPr lang="en-AE" dirty="0">
            <a:latin typeface="Aptos" panose="020B0004020202020204" pitchFamily="34" charset="0"/>
          </a:endParaRPr>
        </a:p>
      </dgm:t>
    </dgm:pt>
    <dgm:pt modelId="{06DEB956-819F-4C31-9573-1240BEA42AA7}" type="parTrans" cxnId="{30350628-0196-465F-B6FA-3827D3B99C16}">
      <dgm:prSet/>
      <dgm:spPr/>
      <dgm:t>
        <a:bodyPr/>
        <a:lstStyle/>
        <a:p>
          <a:endParaRPr lang="en-AE">
            <a:solidFill>
              <a:schemeClr val="tx1"/>
            </a:solidFill>
            <a:latin typeface="Aptos" panose="020B0004020202020204" pitchFamily="34" charset="0"/>
          </a:endParaRPr>
        </a:p>
      </dgm:t>
    </dgm:pt>
    <dgm:pt modelId="{9A4EB06F-32CF-4677-AF70-CE8BA219745D}" type="sibTrans" cxnId="{30350628-0196-465F-B6FA-3827D3B99C16}">
      <dgm:prSet/>
      <dgm:spPr/>
      <dgm:t>
        <a:bodyPr/>
        <a:lstStyle/>
        <a:p>
          <a:endParaRPr lang="en-AE">
            <a:solidFill>
              <a:schemeClr val="tx1"/>
            </a:solidFill>
            <a:latin typeface="Aptos" panose="020B0004020202020204" pitchFamily="34" charset="0"/>
          </a:endParaRPr>
        </a:p>
      </dgm:t>
    </dgm:pt>
    <dgm:pt modelId="{89DF8CDA-C2FA-40B1-BAF7-D5D4DE3C3AAA}">
      <dgm:prSet phldrT="[Text]"/>
      <dgm:spPr/>
      <dgm:t>
        <a:bodyPr/>
        <a:lstStyle/>
        <a:p>
          <a:r>
            <a:rPr lang="en-US" b="1">
              <a:latin typeface="Aptos" panose="020B0004020202020204" pitchFamily="34" charset="0"/>
            </a:rPr>
            <a:t>Each person studying the main concepts related to their own deliverables</a:t>
          </a:r>
          <a:endParaRPr lang="en-AE" dirty="0">
            <a:latin typeface="Aptos" panose="020B0004020202020204" pitchFamily="34" charset="0"/>
          </a:endParaRPr>
        </a:p>
      </dgm:t>
    </dgm:pt>
    <dgm:pt modelId="{B7A8B82D-6B37-478A-B54A-6FCBF1F91F71}" type="parTrans" cxnId="{11D8330C-9E39-48D4-8DC3-2F984810D743}">
      <dgm:prSet/>
      <dgm:spPr/>
      <dgm:t>
        <a:bodyPr/>
        <a:lstStyle/>
        <a:p>
          <a:endParaRPr lang="en-AE">
            <a:solidFill>
              <a:schemeClr val="tx1"/>
            </a:solidFill>
            <a:latin typeface="Aptos" panose="020B0004020202020204" pitchFamily="34" charset="0"/>
          </a:endParaRPr>
        </a:p>
      </dgm:t>
    </dgm:pt>
    <dgm:pt modelId="{AB1B7541-39C3-4431-B94D-F10D59519D82}" type="sibTrans" cxnId="{11D8330C-9E39-48D4-8DC3-2F984810D743}">
      <dgm:prSet/>
      <dgm:spPr/>
      <dgm:t>
        <a:bodyPr/>
        <a:lstStyle/>
        <a:p>
          <a:endParaRPr lang="en-AE">
            <a:solidFill>
              <a:schemeClr val="tx1"/>
            </a:solidFill>
            <a:latin typeface="Aptos" panose="020B0004020202020204" pitchFamily="34" charset="0"/>
          </a:endParaRPr>
        </a:p>
      </dgm:t>
    </dgm:pt>
    <dgm:pt modelId="{C3D9BF68-74CE-4808-9870-52844EA98E0C}">
      <dgm:prSet phldrT="[Text]" phldr="1"/>
      <dgm:spPr/>
      <dgm:t>
        <a:bodyPr/>
        <a:lstStyle/>
        <a:p>
          <a:endParaRPr lang="en-AE" dirty="0">
            <a:solidFill>
              <a:schemeClr val="tx1"/>
            </a:solidFill>
            <a:latin typeface="Aptos" panose="020B0004020202020204" pitchFamily="34" charset="0"/>
          </a:endParaRPr>
        </a:p>
      </dgm:t>
    </dgm:pt>
    <dgm:pt modelId="{1BB24154-6312-4178-BF02-30FA9D80F389}" type="parTrans" cxnId="{113CE9D2-7EDB-4438-8232-BCC6313956F5}">
      <dgm:prSet/>
      <dgm:spPr/>
      <dgm:t>
        <a:bodyPr/>
        <a:lstStyle/>
        <a:p>
          <a:endParaRPr lang="en-AE">
            <a:solidFill>
              <a:schemeClr val="tx1"/>
            </a:solidFill>
            <a:latin typeface="Aptos" panose="020B0004020202020204" pitchFamily="34" charset="0"/>
          </a:endParaRPr>
        </a:p>
      </dgm:t>
    </dgm:pt>
    <dgm:pt modelId="{539E4935-5B05-4709-9678-3C7AEBFDD2BA}" type="sibTrans" cxnId="{113CE9D2-7EDB-4438-8232-BCC6313956F5}">
      <dgm:prSet/>
      <dgm:spPr/>
      <dgm:t>
        <a:bodyPr/>
        <a:lstStyle/>
        <a:p>
          <a:endParaRPr lang="en-AE">
            <a:solidFill>
              <a:schemeClr val="tx1"/>
            </a:solidFill>
            <a:latin typeface="Aptos" panose="020B0004020202020204" pitchFamily="34" charset="0"/>
          </a:endParaRPr>
        </a:p>
      </dgm:t>
    </dgm:pt>
    <dgm:pt modelId="{72DEC0B5-105E-498C-A5F3-935F3B46CF85}">
      <dgm:prSet phldrT="[Text]"/>
      <dgm:spPr/>
      <dgm:t>
        <a:bodyPr/>
        <a:lstStyle/>
        <a:p>
          <a:r>
            <a:rPr lang="en-US" b="1">
              <a:latin typeface="Aptos" panose="020B0004020202020204" pitchFamily="34" charset="0"/>
            </a:rPr>
            <a:t>Conclusion</a:t>
          </a:r>
        </a:p>
        <a:p>
          <a:r>
            <a:rPr lang="en-AE">
              <a:latin typeface="Aptos" panose="020B0004020202020204" pitchFamily="34" charset="0"/>
            </a:rPr>
            <a:t>Finalizing</a:t>
          </a:r>
          <a:endParaRPr lang="en-AE" dirty="0">
            <a:latin typeface="Aptos" panose="020B0004020202020204" pitchFamily="34" charset="0"/>
          </a:endParaRPr>
        </a:p>
      </dgm:t>
    </dgm:pt>
    <dgm:pt modelId="{AC41DA78-492E-4F82-8B85-752461068A45}" type="parTrans" cxnId="{DD5132F6-6E1E-4FEF-B26E-85E5C76AF600}">
      <dgm:prSet/>
      <dgm:spPr/>
      <dgm:t>
        <a:bodyPr/>
        <a:lstStyle/>
        <a:p>
          <a:endParaRPr lang="en-AE">
            <a:solidFill>
              <a:schemeClr val="tx1"/>
            </a:solidFill>
            <a:latin typeface="Aptos" panose="020B0004020202020204" pitchFamily="34" charset="0"/>
          </a:endParaRPr>
        </a:p>
      </dgm:t>
    </dgm:pt>
    <dgm:pt modelId="{7B621277-8A0A-489A-88CC-76EDDE25B993}" type="sibTrans" cxnId="{DD5132F6-6E1E-4FEF-B26E-85E5C76AF600}">
      <dgm:prSet/>
      <dgm:spPr/>
      <dgm:t>
        <a:bodyPr/>
        <a:lstStyle/>
        <a:p>
          <a:endParaRPr lang="en-AE">
            <a:solidFill>
              <a:schemeClr val="tx1"/>
            </a:solidFill>
            <a:latin typeface="Aptos" panose="020B0004020202020204" pitchFamily="34" charset="0"/>
          </a:endParaRPr>
        </a:p>
      </dgm:t>
    </dgm:pt>
    <dgm:pt modelId="{7F71B586-4727-4448-BD7E-8D212CA5E117}">
      <dgm:prSet phldrT="[Text]"/>
      <dgm:spPr/>
      <dgm:t>
        <a:bodyPr/>
        <a:lstStyle/>
        <a:p>
          <a:r>
            <a:rPr lang="en-US" b="1">
              <a:latin typeface="Aptos" panose="020B0004020202020204" pitchFamily="34" charset="0"/>
            </a:rPr>
            <a:t>Each contributed his part to the original network proposed in the “Main report file”</a:t>
          </a:r>
          <a:endParaRPr lang="en-AE" dirty="0">
            <a:latin typeface="Aptos" panose="020B0004020202020204" pitchFamily="34" charset="0"/>
          </a:endParaRPr>
        </a:p>
      </dgm:t>
    </dgm:pt>
    <dgm:pt modelId="{83A5FE13-BD67-40C5-8D75-611F47C342A5}" type="parTrans" cxnId="{C4F974E8-EE26-4BF7-A339-62E0CA805BDB}">
      <dgm:prSet/>
      <dgm:spPr/>
      <dgm:t>
        <a:bodyPr/>
        <a:lstStyle/>
        <a:p>
          <a:endParaRPr lang="en-AE">
            <a:solidFill>
              <a:schemeClr val="tx1"/>
            </a:solidFill>
            <a:latin typeface="Aptos" panose="020B0004020202020204" pitchFamily="34" charset="0"/>
          </a:endParaRPr>
        </a:p>
      </dgm:t>
    </dgm:pt>
    <dgm:pt modelId="{5BC9D704-1064-43C8-A735-1A667118AAA1}" type="sibTrans" cxnId="{C4F974E8-EE26-4BF7-A339-62E0CA805BDB}">
      <dgm:prSet/>
      <dgm:spPr/>
      <dgm:t>
        <a:bodyPr/>
        <a:lstStyle/>
        <a:p>
          <a:endParaRPr lang="en-AE">
            <a:solidFill>
              <a:schemeClr val="tx1"/>
            </a:solidFill>
            <a:latin typeface="Aptos" panose="020B0004020202020204" pitchFamily="34" charset="0"/>
          </a:endParaRPr>
        </a:p>
      </dgm:t>
    </dgm:pt>
    <dgm:pt modelId="{C15CFD1F-7D11-4DB9-A145-90C3D19EBA5E}">
      <dgm:prSet/>
      <dgm:spPr/>
      <dgm:t>
        <a:bodyPr/>
        <a:lstStyle/>
        <a:p>
          <a:r>
            <a:rPr lang="en-US" b="1">
              <a:latin typeface="Aptos" panose="020B0004020202020204" pitchFamily="34" charset="0"/>
            </a:rPr>
            <a:t>Who to do what at the beginning</a:t>
          </a:r>
          <a:endParaRPr lang="en-AE" b="1" dirty="0">
            <a:latin typeface="Aptos" panose="020B0004020202020204" pitchFamily="34" charset="0"/>
          </a:endParaRPr>
        </a:p>
      </dgm:t>
    </dgm:pt>
    <dgm:pt modelId="{29D98BBB-08EE-4E91-82FB-D79483BD435F}" type="parTrans" cxnId="{80D765C9-8AA8-47D3-A600-595F4326F633}">
      <dgm:prSet/>
      <dgm:spPr/>
      <dgm:t>
        <a:bodyPr/>
        <a:lstStyle/>
        <a:p>
          <a:endParaRPr lang="en-AE">
            <a:solidFill>
              <a:schemeClr val="tx1"/>
            </a:solidFill>
            <a:latin typeface="Aptos" panose="020B0004020202020204" pitchFamily="34" charset="0"/>
          </a:endParaRPr>
        </a:p>
      </dgm:t>
    </dgm:pt>
    <dgm:pt modelId="{274D5393-63A2-4F71-968B-567175FAB321}" type="sibTrans" cxnId="{80D765C9-8AA8-47D3-A600-595F4326F633}">
      <dgm:prSet/>
      <dgm:spPr/>
      <dgm:t>
        <a:bodyPr/>
        <a:lstStyle/>
        <a:p>
          <a:endParaRPr lang="en-AE">
            <a:solidFill>
              <a:schemeClr val="tx1"/>
            </a:solidFill>
            <a:latin typeface="Aptos" panose="020B0004020202020204" pitchFamily="34" charset="0"/>
          </a:endParaRPr>
        </a:p>
      </dgm:t>
    </dgm:pt>
    <dgm:pt modelId="{6E35B1CE-1424-4C03-AA5A-B8EEBE2D6083}">
      <dgm:prSet/>
      <dgm:spPr/>
      <dgm:t>
        <a:bodyPr/>
        <a:lstStyle/>
        <a:p>
          <a:r>
            <a:rPr lang="en-US" b="1">
              <a:latin typeface="Aptos" panose="020B0004020202020204" pitchFamily="34" charset="0"/>
            </a:rPr>
            <a:t>Which AI tool and how to use</a:t>
          </a:r>
          <a:endParaRPr lang="en-AE" b="1" dirty="0">
            <a:latin typeface="Aptos" panose="020B0004020202020204" pitchFamily="34" charset="0"/>
          </a:endParaRPr>
        </a:p>
      </dgm:t>
    </dgm:pt>
    <dgm:pt modelId="{80EB5F86-3D96-48D6-B8E0-C4F731F725BD}" type="parTrans" cxnId="{BBC7D3BE-B98E-43D6-B1C7-C681584A1398}">
      <dgm:prSet/>
      <dgm:spPr/>
      <dgm:t>
        <a:bodyPr/>
        <a:lstStyle/>
        <a:p>
          <a:endParaRPr lang="en-AE">
            <a:solidFill>
              <a:schemeClr val="tx1"/>
            </a:solidFill>
            <a:latin typeface="Aptos" panose="020B0004020202020204" pitchFamily="34" charset="0"/>
          </a:endParaRPr>
        </a:p>
      </dgm:t>
    </dgm:pt>
    <dgm:pt modelId="{7E42F07D-D297-404C-9F9D-1D37FCEB7EAC}" type="sibTrans" cxnId="{BBC7D3BE-B98E-43D6-B1C7-C681584A1398}">
      <dgm:prSet/>
      <dgm:spPr/>
      <dgm:t>
        <a:bodyPr/>
        <a:lstStyle/>
        <a:p>
          <a:endParaRPr lang="en-AE">
            <a:solidFill>
              <a:schemeClr val="tx1"/>
            </a:solidFill>
            <a:latin typeface="Aptos" panose="020B0004020202020204" pitchFamily="34" charset="0"/>
          </a:endParaRPr>
        </a:p>
      </dgm:t>
    </dgm:pt>
    <dgm:pt modelId="{A1FB067B-0E43-446F-89ED-9022B406B9DF}">
      <dgm:prSet/>
      <dgm:spPr/>
      <dgm:t>
        <a:bodyPr/>
        <a:lstStyle/>
        <a:p>
          <a:r>
            <a:rPr lang="en-US" b="1">
              <a:latin typeface="Aptos" panose="020B0004020202020204" pitchFamily="34" charset="0"/>
            </a:rPr>
            <a:t>Each to his own “domain</a:t>
          </a:r>
          <a:endParaRPr lang="en-AE" dirty="0">
            <a:latin typeface="Aptos" panose="020B0004020202020204" pitchFamily="34" charset="0"/>
          </a:endParaRPr>
        </a:p>
      </dgm:t>
    </dgm:pt>
    <dgm:pt modelId="{76DB23F0-EFB2-4B9C-8267-83A1FD93B350}" type="parTrans" cxnId="{59B96CC0-21B8-4D86-BA8C-7DA5550005EE}">
      <dgm:prSet/>
      <dgm:spPr/>
      <dgm:t>
        <a:bodyPr/>
        <a:lstStyle/>
        <a:p>
          <a:endParaRPr lang="en-AE">
            <a:solidFill>
              <a:schemeClr val="tx1"/>
            </a:solidFill>
            <a:latin typeface="Aptos" panose="020B0004020202020204" pitchFamily="34" charset="0"/>
          </a:endParaRPr>
        </a:p>
      </dgm:t>
    </dgm:pt>
    <dgm:pt modelId="{EEF96A89-0718-4696-A1E0-E4F21A6567C4}" type="sibTrans" cxnId="{59B96CC0-21B8-4D86-BA8C-7DA5550005EE}">
      <dgm:prSet/>
      <dgm:spPr/>
      <dgm:t>
        <a:bodyPr/>
        <a:lstStyle/>
        <a:p>
          <a:endParaRPr lang="en-AE">
            <a:solidFill>
              <a:schemeClr val="tx1"/>
            </a:solidFill>
            <a:latin typeface="Aptos" panose="020B0004020202020204" pitchFamily="34" charset="0"/>
          </a:endParaRPr>
        </a:p>
      </dgm:t>
    </dgm:pt>
    <dgm:pt modelId="{F0E1920A-C673-487B-BB6A-A863D94865B1}">
      <dgm:prSet/>
      <dgm:spPr/>
      <dgm:t>
        <a:bodyPr/>
        <a:lstStyle/>
        <a:p>
          <a:r>
            <a:rPr lang="en-US" b="1">
              <a:latin typeface="Aptos" panose="020B0004020202020204" pitchFamily="34" charset="0"/>
            </a:rPr>
            <a:t>Setting uo the Backlog file with task splits, deadlines and  tracking </a:t>
          </a:r>
          <a:endParaRPr lang="en-AE" b="1" dirty="0">
            <a:latin typeface="Aptos" panose="020B0004020202020204" pitchFamily="34" charset="0"/>
          </a:endParaRPr>
        </a:p>
      </dgm:t>
    </dgm:pt>
    <dgm:pt modelId="{F12DE718-89EB-4B69-889F-4D5CE426992F}" type="parTrans" cxnId="{12A58785-D6E6-4BA0-A80F-715EC474C0EC}">
      <dgm:prSet/>
      <dgm:spPr/>
      <dgm:t>
        <a:bodyPr/>
        <a:lstStyle/>
        <a:p>
          <a:endParaRPr lang="en-AE">
            <a:solidFill>
              <a:schemeClr val="tx1"/>
            </a:solidFill>
            <a:latin typeface="Aptos" panose="020B0004020202020204" pitchFamily="34" charset="0"/>
          </a:endParaRPr>
        </a:p>
      </dgm:t>
    </dgm:pt>
    <dgm:pt modelId="{676CE59B-AA46-41CF-9ACA-C2694F687165}" type="sibTrans" cxnId="{12A58785-D6E6-4BA0-A80F-715EC474C0EC}">
      <dgm:prSet/>
      <dgm:spPr/>
      <dgm:t>
        <a:bodyPr/>
        <a:lstStyle/>
        <a:p>
          <a:endParaRPr lang="en-AE">
            <a:solidFill>
              <a:schemeClr val="tx1"/>
            </a:solidFill>
            <a:latin typeface="Aptos" panose="020B0004020202020204" pitchFamily="34" charset="0"/>
          </a:endParaRPr>
        </a:p>
      </dgm:t>
    </dgm:pt>
    <dgm:pt modelId="{E64E91C6-2022-48C7-B295-D1EEB81C7A54}">
      <dgm:prSet/>
      <dgm:spPr/>
      <dgm:t>
        <a:bodyPr/>
        <a:lstStyle/>
        <a:p>
          <a:r>
            <a:rPr lang="en-US" b="1">
              <a:latin typeface="Aptos" panose="020B0004020202020204" pitchFamily="34" charset="0"/>
            </a:rPr>
            <a:t>The introduction, Improvement suggestions were added  based on collective research.</a:t>
          </a:r>
          <a:endParaRPr lang="en-AE" b="1" dirty="0">
            <a:latin typeface="Aptos" panose="020B0004020202020204" pitchFamily="34" charset="0"/>
          </a:endParaRPr>
        </a:p>
      </dgm:t>
    </dgm:pt>
    <dgm:pt modelId="{1FEBFA20-3CE7-4B08-8625-6828BA5886A9}" type="parTrans" cxnId="{0227A86E-E427-4FB2-97CE-85B582205457}">
      <dgm:prSet/>
      <dgm:spPr/>
      <dgm:t>
        <a:bodyPr/>
        <a:lstStyle/>
        <a:p>
          <a:endParaRPr lang="en-AE">
            <a:solidFill>
              <a:schemeClr val="tx1"/>
            </a:solidFill>
            <a:latin typeface="Aptos" panose="020B0004020202020204" pitchFamily="34" charset="0"/>
          </a:endParaRPr>
        </a:p>
      </dgm:t>
    </dgm:pt>
    <dgm:pt modelId="{6E71720E-8129-478F-A750-56A73ECD712D}" type="sibTrans" cxnId="{0227A86E-E427-4FB2-97CE-85B582205457}">
      <dgm:prSet/>
      <dgm:spPr/>
      <dgm:t>
        <a:bodyPr/>
        <a:lstStyle/>
        <a:p>
          <a:endParaRPr lang="en-AE">
            <a:solidFill>
              <a:schemeClr val="tx1"/>
            </a:solidFill>
            <a:latin typeface="Aptos" panose="020B0004020202020204" pitchFamily="34" charset="0"/>
          </a:endParaRPr>
        </a:p>
      </dgm:t>
    </dgm:pt>
    <dgm:pt modelId="{44878101-264F-4B84-8970-439B2FB7956D}">
      <dgm:prSet phldrT="[Text]"/>
      <dgm:spPr/>
      <dgm:t>
        <a:bodyPr/>
        <a:lstStyle/>
        <a:p>
          <a:r>
            <a:rPr lang="en-US" b="1">
              <a:latin typeface="Aptos" panose="020B0004020202020204" pitchFamily="34" charset="0"/>
            </a:rPr>
            <a:t>Shaping</a:t>
          </a:r>
        </a:p>
        <a:p>
          <a:r>
            <a:rPr lang="en-US">
              <a:latin typeface="Aptos" panose="020B0004020202020204" pitchFamily="34" charset="0"/>
            </a:rPr>
            <a:t>Getting in the grooves</a:t>
          </a:r>
          <a:endParaRPr lang="en-AE" dirty="0">
            <a:latin typeface="Aptos" panose="020B0004020202020204" pitchFamily="34" charset="0"/>
          </a:endParaRPr>
        </a:p>
      </dgm:t>
    </dgm:pt>
    <dgm:pt modelId="{7C6DD623-B75E-4D8E-8272-76B3DB240C00}" type="parTrans" cxnId="{D3AC9733-E954-4148-BC46-95EDBE5C5ED0}">
      <dgm:prSet/>
      <dgm:spPr/>
      <dgm:t>
        <a:bodyPr/>
        <a:lstStyle/>
        <a:p>
          <a:endParaRPr lang="en-AE">
            <a:solidFill>
              <a:schemeClr val="tx1"/>
            </a:solidFill>
            <a:latin typeface="Aptos" panose="020B0004020202020204" pitchFamily="34" charset="0"/>
          </a:endParaRPr>
        </a:p>
      </dgm:t>
    </dgm:pt>
    <dgm:pt modelId="{7C80F624-7FD2-4C55-BDF5-D96BE86FB953}" type="sibTrans" cxnId="{D3AC9733-E954-4148-BC46-95EDBE5C5ED0}">
      <dgm:prSet/>
      <dgm:spPr/>
      <dgm:t>
        <a:bodyPr/>
        <a:lstStyle/>
        <a:p>
          <a:endParaRPr lang="en-AE">
            <a:solidFill>
              <a:schemeClr val="tx1"/>
            </a:solidFill>
            <a:latin typeface="Aptos" panose="020B0004020202020204" pitchFamily="34" charset="0"/>
          </a:endParaRPr>
        </a:p>
      </dgm:t>
    </dgm:pt>
    <dgm:pt modelId="{A32372E9-9D6B-4CFA-8A15-956FB73535D2}">
      <dgm:prSet phldrT="[Text]"/>
      <dgm:spPr/>
      <dgm:t>
        <a:bodyPr/>
        <a:lstStyle/>
        <a:p>
          <a:r>
            <a:rPr lang="en-US" b="1">
              <a:latin typeface="Aptos" panose="020B0004020202020204" pitchFamily="34" charset="0"/>
            </a:rPr>
            <a:t>Ojas the product owner defined which type of cloud network we will analyze </a:t>
          </a:r>
          <a:endParaRPr lang="en-AE" dirty="0">
            <a:latin typeface="Aptos" panose="020B0004020202020204" pitchFamily="34" charset="0"/>
          </a:endParaRPr>
        </a:p>
      </dgm:t>
    </dgm:pt>
    <dgm:pt modelId="{EACF2739-7FF8-40B5-942B-172A889F881F}" type="parTrans" cxnId="{AC849FFD-8219-497A-BC54-3509B703782D}">
      <dgm:prSet/>
      <dgm:spPr/>
      <dgm:t>
        <a:bodyPr/>
        <a:lstStyle/>
        <a:p>
          <a:endParaRPr lang="en-AE">
            <a:solidFill>
              <a:schemeClr val="tx1"/>
            </a:solidFill>
            <a:latin typeface="Aptos" panose="020B0004020202020204" pitchFamily="34" charset="0"/>
          </a:endParaRPr>
        </a:p>
      </dgm:t>
    </dgm:pt>
    <dgm:pt modelId="{3A3FB411-05BA-4592-8EF0-01D306E32E03}" type="sibTrans" cxnId="{AC849FFD-8219-497A-BC54-3509B703782D}">
      <dgm:prSet/>
      <dgm:spPr/>
      <dgm:t>
        <a:bodyPr/>
        <a:lstStyle/>
        <a:p>
          <a:endParaRPr lang="en-AE">
            <a:solidFill>
              <a:schemeClr val="tx1"/>
            </a:solidFill>
            <a:latin typeface="Aptos" panose="020B0004020202020204" pitchFamily="34" charset="0"/>
          </a:endParaRPr>
        </a:p>
      </dgm:t>
    </dgm:pt>
    <dgm:pt modelId="{95777060-2825-4003-A5DA-935C66BFF753}">
      <dgm:prSet/>
      <dgm:spPr/>
      <dgm:t>
        <a:bodyPr/>
        <a:lstStyle/>
        <a:p>
          <a:r>
            <a:rPr lang="en-US" b="1">
              <a:latin typeface="Aptos" panose="020B0004020202020204" pitchFamily="34" charset="0"/>
            </a:rPr>
            <a:t>Each researcher then aligned his research to this network.</a:t>
          </a:r>
          <a:endParaRPr lang="en-AE" b="1" dirty="0">
            <a:latin typeface="Aptos" panose="020B0004020202020204" pitchFamily="34" charset="0"/>
          </a:endParaRPr>
        </a:p>
      </dgm:t>
    </dgm:pt>
    <dgm:pt modelId="{6CF924CF-FDD0-47B2-ADB2-E20F7DF9EF76}" type="parTrans" cxnId="{7D00130F-44AD-42A3-8469-890F3AEA12F3}">
      <dgm:prSet/>
      <dgm:spPr/>
      <dgm:t>
        <a:bodyPr/>
        <a:lstStyle/>
        <a:p>
          <a:endParaRPr lang="en-AE">
            <a:solidFill>
              <a:schemeClr val="tx1"/>
            </a:solidFill>
            <a:latin typeface="Aptos" panose="020B0004020202020204" pitchFamily="34" charset="0"/>
          </a:endParaRPr>
        </a:p>
      </dgm:t>
    </dgm:pt>
    <dgm:pt modelId="{FD182937-4869-485E-AA65-FDF86AFCA9AC}" type="sibTrans" cxnId="{7D00130F-44AD-42A3-8469-890F3AEA12F3}">
      <dgm:prSet/>
      <dgm:spPr/>
      <dgm:t>
        <a:bodyPr/>
        <a:lstStyle/>
        <a:p>
          <a:endParaRPr lang="en-AE">
            <a:solidFill>
              <a:schemeClr val="tx1"/>
            </a:solidFill>
            <a:latin typeface="Aptos" panose="020B0004020202020204" pitchFamily="34" charset="0"/>
          </a:endParaRPr>
        </a:p>
      </dgm:t>
    </dgm:pt>
    <dgm:pt modelId="{2389344E-986A-4BCF-B7BE-F243706D1841}">
      <dgm:prSet phldrT="[Text]" phldr="0"/>
      <dgm:spPr/>
      <dgm:t>
        <a:bodyPr/>
        <a:lstStyle/>
        <a:p>
          <a:r>
            <a:rPr lang="en-US">
              <a:latin typeface="Aptos" panose="020B0004020202020204" pitchFamily="34" charset="0"/>
            </a:rPr>
            <a:t>Deadlines were discussed and reassessed based on the relaxation of time-line</a:t>
          </a:r>
          <a:endParaRPr lang="en-AE" dirty="0">
            <a:latin typeface="Aptos" panose="020B0004020202020204" pitchFamily="34" charset="0"/>
          </a:endParaRPr>
        </a:p>
      </dgm:t>
    </dgm:pt>
    <dgm:pt modelId="{09823554-3C54-4519-A736-E6AD3C9C4C29}" type="parTrans" cxnId="{7B84C89A-0290-4E5E-A247-AB1D4A7C1AEA}">
      <dgm:prSet/>
      <dgm:spPr/>
      <dgm:t>
        <a:bodyPr/>
        <a:lstStyle/>
        <a:p>
          <a:endParaRPr lang="en-AE">
            <a:solidFill>
              <a:schemeClr val="tx1"/>
            </a:solidFill>
            <a:latin typeface="Aptos" panose="020B0004020202020204" pitchFamily="34" charset="0"/>
          </a:endParaRPr>
        </a:p>
      </dgm:t>
    </dgm:pt>
    <dgm:pt modelId="{565FF749-3846-4376-BB1E-8747FD856F5F}" type="sibTrans" cxnId="{7B84C89A-0290-4E5E-A247-AB1D4A7C1AEA}">
      <dgm:prSet/>
      <dgm:spPr/>
      <dgm:t>
        <a:bodyPr/>
        <a:lstStyle/>
        <a:p>
          <a:endParaRPr lang="en-AE">
            <a:solidFill>
              <a:schemeClr val="tx1"/>
            </a:solidFill>
            <a:latin typeface="Aptos" panose="020B0004020202020204" pitchFamily="34" charset="0"/>
          </a:endParaRPr>
        </a:p>
      </dgm:t>
    </dgm:pt>
    <dgm:pt modelId="{8E8DE60C-8690-4770-BD7B-571C884105FE}">
      <dgm:prSet/>
      <dgm:spPr/>
      <dgm:t>
        <a:bodyPr/>
        <a:lstStyle/>
        <a:p>
          <a:r>
            <a:rPr lang="en-US" b="1">
              <a:latin typeface="Aptos" panose="020B0004020202020204" pitchFamily="34" charset="0"/>
            </a:rPr>
            <a:t>Executive summary file prepared by AI!</a:t>
          </a:r>
          <a:endParaRPr lang="en-AE" b="1" dirty="0">
            <a:latin typeface="Aptos" panose="020B0004020202020204" pitchFamily="34" charset="0"/>
          </a:endParaRPr>
        </a:p>
      </dgm:t>
    </dgm:pt>
    <dgm:pt modelId="{2F67899D-4FAB-4A43-A82A-1EE1D17638E0}" type="parTrans" cxnId="{599D038F-BCE3-41A5-8840-9EA0FDA3200D}">
      <dgm:prSet/>
      <dgm:spPr/>
      <dgm:t>
        <a:bodyPr/>
        <a:lstStyle/>
        <a:p>
          <a:endParaRPr lang="en-AE">
            <a:solidFill>
              <a:schemeClr val="tx1"/>
            </a:solidFill>
            <a:latin typeface="Aptos" panose="020B0004020202020204" pitchFamily="34" charset="0"/>
          </a:endParaRPr>
        </a:p>
      </dgm:t>
    </dgm:pt>
    <dgm:pt modelId="{3A97D88C-F8CC-4FA4-B559-8DB801DDB651}" type="sibTrans" cxnId="{599D038F-BCE3-41A5-8840-9EA0FDA3200D}">
      <dgm:prSet/>
      <dgm:spPr/>
      <dgm:t>
        <a:bodyPr/>
        <a:lstStyle/>
        <a:p>
          <a:endParaRPr lang="en-AE">
            <a:solidFill>
              <a:schemeClr val="tx1"/>
            </a:solidFill>
            <a:latin typeface="Aptos" panose="020B0004020202020204" pitchFamily="34" charset="0"/>
          </a:endParaRPr>
        </a:p>
      </dgm:t>
    </dgm:pt>
    <dgm:pt modelId="{5411A350-2EA3-4F75-A433-9F95DE3C4A91}" type="pres">
      <dgm:prSet presAssocID="{4A2737FB-3614-4E13-9C11-567DD6F7C7AA}" presName="Name0" presStyleCnt="0">
        <dgm:presLayoutVars>
          <dgm:dir/>
          <dgm:resizeHandles val="exact"/>
        </dgm:presLayoutVars>
      </dgm:prSet>
      <dgm:spPr/>
    </dgm:pt>
    <dgm:pt modelId="{A01B39C4-089B-40FB-912A-3D35E713FBFD}" type="pres">
      <dgm:prSet presAssocID="{51E99F87-E3F5-4354-840F-5CE2D4A67B4D}" presName="composite" presStyleCnt="0"/>
      <dgm:spPr/>
    </dgm:pt>
    <dgm:pt modelId="{8628E0E9-3CE5-4062-A9FA-1E0AD0F09D36}" type="pres">
      <dgm:prSet presAssocID="{51E99F87-E3F5-4354-840F-5CE2D4A67B4D}" presName="imagSh" presStyleLbl="b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Lost with solid fill"/>
        </a:ext>
      </dgm:extLst>
    </dgm:pt>
    <dgm:pt modelId="{35F64EF0-3CBC-4A7D-86DE-FB8508F9F6D9}" type="pres">
      <dgm:prSet presAssocID="{51E99F87-E3F5-4354-840F-5CE2D4A67B4D}" presName="txNode" presStyleLbl="node1" presStyleIdx="0" presStyleCnt="4">
        <dgm:presLayoutVars>
          <dgm:bulletEnabled val="1"/>
        </dgm:presLayoutVars>
      </dgm:prSet>
      <dgm:spPr/>
    </dgm:pt>
    <dgm:pt modelId="{3C4C8F0F-C271-4113-94E6-082CBB457ACD}" type="pres">
      <dgm:prSet presAssocID="{CB0A4CA0-D1BD-43F0-ADD6-AE1549A9335E}" presName="sibTrans" presStyleLbl="sibTrans2D1" presStyleIdx="0" presStyleCnt="3"/>
      <dgm:spPr/>
    </dgm:pt>
    <dgm:pt modelId="{C18BD847-1285-4431-B159-FB065476054D}" type="pres">
      <dgm:prSet presAssocID="{CB0A4CA0-D1BD-43F0-ADD6-AE1549A9335E}" presName="connTx" presStyleLbl="sibTrans2D1" presStyleIdx="0" presStyleCnt="3"/>
      <dgm:spPr/>
    </dgm:pt>
    <dgm:pt modelId="{DD123190-3F2B-4F5D-A6BC-ABB1CBB7FF79}" type="pres">
      <dgm:prSet presAssocID="{D5845620-8DCD-453F-B004-6258BBE85C65}" presName="composite" presStyleCnt="0"/>
      <dgm:spPr/>
    </dgm:pt>
    <dgm:pt modelId="{6FFFE9E0-0AAF-4BCB-8629-E7154493B1C8}" type="pres">
      <dgm:prSet presAssocID="{D5845620-8DCD-453F-B004-6258BBE85C65}" presName="imagSh" presStyleLbl="b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ilter with solid fill"/>
        </a:ext>
      </dgm:extLst>
    </dgm:pt>
    <dgm:pt modelId="{B618BC2A-E702-4FC3-8F52-2340AA62413A}" type="pres">
      <dgm:prSet presAssocID="{D5845620-8DCD-453F-B004-6258BBE85C65}" presName="txNode" presStyleLbl="node1" presStyleIdx="1" presStyleCnt="4">
        <dgm:presLayoutVars>
          <dgm:bulletEnabled val="1"/>
        </dgm:presLayoutVars>
      </dgm:prSet>
      <dgm:spPr/>
    </dgm:pt>
    <dgm:pt modelId="{08ABD57E-BCE5-4ED6-8013-D64B752404FD}" type="pres">
      <dgm:prSet presAssocID="{9A4EB06F-32CF-4677-AF70-CE8BA219745D}" presName="sibTrans" presStyleLbl="sibTrans2D1" presStyleIdx="1" presStyleCnt="3"/>
      <dgm:spPr/>
    </dgm:pt>
    <dgm:pt modelId="{1DC491A6-5C16-4287-BA1C-D3605B97AAED}" type="pres">
      <dgm:prSet presAssocID="{9A4EB06F-32CF-4677-AF70-CE8BA219745D}" presName="connTx" presStyleLbl="sibTrans2D1" presStyleIdx="1" presStyleCnt="3"/>
      <dgm:spPr/>
    </dgm:pt>
    <dgm:pt modelId="{1141283D-6BB1-419F-8EAD-4AA9AF5CC3D6}" type="pres">
      <dgm:prSet presAssocID="{44878101-264F-4B84-8970-439B2FB7956D}" presName="composite" presStyleCnt="0"/>
      <dgm:spPr/>
    </dgm:pt>
    <dgm:pt modelId="{F8CA86C0-ACA8-40DD-9700-AB790B46261F}" type="pres">
      <dgm:prSet presAssocID="{44878101-264F-4B84-8970-439B2FB7956D}" presName="imagSh" presStyleLbl="b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lueprint outline"/>
        </a:ext>
      </dgm:extLst>
    </dgm:pt>
    <dgm:pt modelId="{AD6317F6-5965-4523-BFBC-49580DB203F1}" type="pres">
      <dgm:prSet presAssocID="{44878101-264F-4B84-8970-439B2FB7956D}" presName="txNode" presStyleLbl="node1" presStyleIdx="2" presStyleCnt="4">
        <dgm:presLayoutVars>
          <dgm:bulletEnabled val="1"/>
        </dgm:presLayoutVars>
      </dgm:prSet>
      <dgm:spPr/>
    </dgm:pt>
    <dgm:pt modelId="{E7A5D761-DCF9-4DAA-A78F-C07C73CDA977}" type="pres">
      <dgm:prSet presAssocID="{7C80F624-7FD2-4C55-BDF5-D96BE86FB953}" presName="sibTrans" presStyleLbl="sibTrans2D1" presStyleIdx="2" presStyleCnt="3"/>
      <dgm:spPr/>
    </dgm:pt>
    <dgm:pt modelId="{5D095ACF-C4D1-4254-B10E-924992D441C4}" type="pres">
      <dgm:prSet presAssocID="{7C80F624-7FD2-4C55-BDF5-D96BE86FB953}" presName="connTx" presStyleLbl="sibTrans2D1" presStyleIdx="2" presStyleCnt="3"/>
      <dgm:spPr/>
    </dgm:pt>
    <dgm:pt modelId="{BD26020E-7AEF-4B8B-BA2A-B497B7CB99E0}" type="pres">
      <dgm:prSet presAssocID="{72DEC0B5-105E-498C-A5F3-935F3B46CF85}" presName="composite" presStyleCnt="0"/>
      <dgm:spPr/>
    </dgm:pt>
    <dgm:pt modelId="{BB86B901-6FC3-461D-91CC-DC12A7FC7A09}" type="pres">
      <dgm:prSet presAssocID="{72DEC0B5-105E-498C-A5F3-935F3B46CF85}" presName="imagSh" presStyleLbl="bgImgPlac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Target outline"/>
        </a:ext>
      </dgm:extLst>
    </dgm:pt>
    <dgm:pt modelId="{8EA3A0C4-E859-4C73-ACD8-73CE8821B6DC}" type="pres">
      <dgm:prSet presAssocID="{72DEC0B5-105E-498C-A5F3-935F3B46CF85}" presName="txNode" presStyleLbl="node1" presStyleIdx="3" presStyleCnt="4">
        <dgm:presLayoutVars>
          <dgm:bulletEnabled val="1"/>
        </dgm:presLayoutVars>
      </dgm:prSet>
      <dgm:spPr/>
    </dgm:pt>
  </dgm:ptLst>
  <dgm:cxnLst>
    <dgm:cxn modelId="{11D8330C-9E39-48D4-8DC3-2F984810D743}" srcId="{D5845620-8DCD-453F-B004-6258BBE85C65}" destId="{89DF8CDA-C2FA-40B1-BAF7-D5D4DE3C3AAA}" srcOrd="0" destOrd="0" parTransId="{B7A8B82D-6B37-478A-B54A-6FCBF1F91F71}" sibTransId="{AB1B7541-39C3-4431-B94D-F10D59519D82}"/>
    <dgm:cxn modelId="{7D00130F-44AD-42A3-8469-890F3AEA12F3}" srcId="{44878101-264F-4B84-8970-439B2FB7956D}" destId="{95777060-2825-4003-A5DA-935C66BFF753}" srcOrd="1" destOrd="0" parTransId="{6CF924CF-FDD0-47B2-ADB2-E20F7DF9EF76}" sibTransId="{FD182937-4869-485E-AA65-FDF86AFCA9AC}"/>
    <dgm:cxn modelId="{BB00F911-6AAC-4370-9824-80152117B72E}" type="presOf" srcId="{A32372E9-9D6B-4CFA-8A15-956FB73535D2}" destId="{AD6317F6-5965-4523-BFBC-49580DB203F1}" srcOrd="0" destOrd="1" presId="urn:microsoft.com/office/officeart/2005/8/layout/hProcess10"/>
    <dgm:cxn modelId="{C61A271A-118A-4BD6-BEFF-7ACA08A4DF6A}" type="presOf" srcId="{72DEC0B5-105E-498C-A5F3-935F3B46CF85}" destId="{8EA3A0C4-E859-4C73-ACD8-73CE8821B6DC}" srcOrd="0" destOrd="0" presId="urn:microsoft.com/office/officeart/2005/8/layout/hProcess10"/>
    <dgm:cxn modelId="{6B153C1E-7D02-4F09-9E8E-02F733444CBE}" type="presOf" srcId="{9A4EB06F-32CF-4677-AF70-CE8BA219745D}" destId="{08ABD57E-BCE5-4ED6-8013-D64B752404FD}" srcOrd="0" destOrd="0" presId="urn:microsoft.com/office/officeart/2005/8/layout/hProcess10"/>
    <dgm:cxn modelId="{30350628-0196-465F-B6FA-3827D3B99C16}" srcId="{4A2737FB-3614-4E13-9C11-567DD6F7C7AA}" destId="{D5845620-8DCD-453F-B004-6258BBE85C65}" srcOrd="1" destOrd="0" parTransId="{06DEB956-819F-4C31-9573-1240BEA42AA7}" sibTransId="{9A4EB06F-32CF-4677-AF70-CE8BA219745D}"/>
    <dgm:cxn modelId="{6A2FBC31-2534-41A2-8E84-C38327B5003C}" type="presOf" srcId="{44878101-264F-4B84-8970-439B2FB7956D}" destId="{AD6317F6-5965-4523-BFBC-49580DB203F1}" srcOrd="0" destOrd="0" presId="urn:microsoft.com/office/officeart/2005/8/layout/hProcess10"/>
    <dgm:cxn modelId="{D3AC9733-E954-4148-BC46-95EDBE5C5ED0}" srcId="{4A2737FB-3614-4E13-9C11-567DD6F7C7AA}" destId="{44878101-264F-4B84-8970-439B2FB7956D}" srcOrd="2" destOrd="0" parTransId="{7C6DD623-B75E-4D8E-8272-76B3DB240C00}" sibTransId="{7C80F624-7FD2-4C55-BDF5-D96BE86FB953}"/>
    <dgm:cxn modelId="{742D143A-338D-4891-98C7-9AA3FF95AB94}" srcId="{4A2737FB-3614-4E13-9C11-567DD6F7C7AA}" destId="{51E99F87-E3F5-4354-840F-5CE2D4A67B4D}" srcOrd="0" destOrd="0" parTransId="{8CA57937-A12F-4CF1-BC71-C519D94E8306}" sibTransId="{CB0A4CA0-D1BD-43F0-ADD6-AE1549A9335E}"/>
    <dgm:cxn modelId="{ADC22B3F-B988-43A6-85DA-6D42AB07BC59}" type="presOf" srcId="{89DF8CDA-C2FA-40B1-BAF7-D5D4DE3C3AAA}" destId="{B618BC2A-E702-4FC3-8F52-2340AA62413A}" srcOrd="0" destOrd="1" presId="urn:microsoft.com/office/officeart/2005/8/layout/hProcess10"/>
    <dgm:cxn modelId="{0E297340-D69D-47A4-A22E-9FD64BA1A4C4}" type="presOf" srcId="{7C80F624-7FD2-4C55-BDF5-D96BE86FB953}" destId="{E7A5D761-DCF9-4DAA-A78F-C07C73CDA977}" srcOrd="0" destOrd="0" presId="urn:microsoft.com/office/officeart/2005/8/layout/hProcess10"/>
    <dgm:cxn modelId="{287FFE40-8926-4223-889D-7DF139246EE4}" type="presOf" srcId="{2389344E-986A-4BCF-B7BE-F243706D1841}" destId="{AD6317F6-5965-4523-BFBC-49580DB203F1}" srcOrd="0" destOrd="3" presId="urn:microsoft.com/office/officeart/2005/8/layout/hProcess10"/>
    <dgm:cxn modelId="{3F95315D-0A59-4268-A87E-7B0C77102231}" type="presOf" srcId="{7C80F624-7FD2-4C55-BDF5-D96BE86FB953}" destId="{5D095ACF-C4D1-4254-B10E-924992D441C4}" srcOrd="1" destOrd="0" presId="urn:microsoft.com/office/officeart/2005/8/layout/hProcess10"/>
    <dgm:cxn modelId="{84A8E963-51B4-4423-B7BA-A7D37D1F7A77}" type="presOf" srcId="{51E99F87-E3F5-4354-840F-5CE2D4A67B4D}" destId="{35F64EF0-3CBC-4A7D-86DE-FB8508F9F6D9}" srcOrd="0" destOrd="0" presId="urn:microsoft.com/office/officeart/2005/8/layout/hProcess10"/>
    <dgm:cxn modelId="{A656EC68-C8B4-4A03-9643-226B9413429D}" type="presOf" srcId="{CB0A4CA0-D1BD-43F0-ADD6-AE1549A9335E}" destId="{C18BD847-1285-4431-B159-FB065476054D}" srcOrd="1" destOrd="0" presId="urn:microsoft.com/office/officeart/2005/8/layout/hProcess10"/>
    <dgm:cxn modelId="{C7C4704C-449C-44E8-8DC4-FB41D90914B0}" type="presOf" srcId="{CB0A4CA0-D1BD-43F0-ADD6-AE1549A9335E}" destId="{3C4C8F0F-C271-4113-94E6-082CBB457ACD}" srcOrd="0" destOrd="0" presId="urn:microsoft.com/office/officeart/2005/8/layout/hProcess10"/>
    <dgm:cxn modelId="{0227A86E-E427-4FB2-97CE-85B582205457}" srcId="{72DEC0B5-105E-498C-A5F3-935F3B46CF85}" destId="{E64E91C6-2022-48C7-B295-D1EEB81C7A54}" srcOrd="1" destOrd="0" parTransId="{1FEBFA20-3CE7-4B08-8625-6828BA5886A9}" sibTransId="{6E71720E-8129-478F-A750-56A73ECD712D}"/>
    <dgm:cxn modelId="{8CFC004F-C032-4448-9E08-76AC98BB0D00}" type="presOf" srcId="{8E8DE60C-8690-4770-BD7B-571C884105FE}" destId="{8EA3A0C4-E859-4C73-ACD8-73CE8821B6DC}" srcOrd="0" destOrd="3" presId="urn:microsoft.com/office/officeart/2005/8/layout/hProcess10"/>
    <dgm:cxn modelId="{9B9E4074-8271-4388-AB6E-B8AE80172044}" type="presOf" srcId="{7F71B586-4727-4448-BD7E-8D212CA5E117}" destId="{8EA3A0C4-E859-4C73-ACD8-73CE8821B6DC}" srcOrd="0" destOrd="1" presId="urn:microsoft.com/office/officeart/2005/8/layout/hProcess10"/>
    <dgm:cxn modelId="{F14CC856-46F3-4172-8DF6-E568FC9BD133}" type="presOf" srcId="{F0E1920A-C673-487B-BB6A-A863D94865B1}" destId="{B618BC2A-E702-4FC3-8F52-2340AA62413A}" srcOrd="0" destOrd="2" presId="urn:microsoft.com/office/officeart/2005/8/layout/hProcess10"/>
    <dgm:cxn modelId="{EBF50A78-B4D0-482E-AF2A-DC3A27715774}" type="presOf" srcId="{C3D9BF68-74CE-4808-9870-52844EA98E0C}" destId="{B618BC2A-E702-4FC3-8F52-2340AA62413A}" srcOrd="0" destOrd="3" presId="urn:microsoft.com/office/officeart/2005/8/layout/hProcess10"/>
    <dgm:cxn modelId="{67EC0E82-EDCE-48AD-B55E-AD36EB7FE6E5}" type="presOf" srcId="{4A2737FB-3614-4E13-9C11-567DD6F7C7AA}" destId="{5411A350-2EA3-4F75-A433-9F95DE3C4A91}" srcOrd="0" destOrd="0" presId="urn:microsoft.com/office/officeart/2005/8/layout/hProcess10"/>
    <dgm:cxn modelId="{DD0BA283-35E9-4A1C-8AEF-B7E1E6320A80}" type="presOf" srcId="{A1FB067B-0E43-446F-89ED-9022B406B9DF}" destId="{35F64EF0-3CBC-4A7D-86DE-FB8508F9F6D9}" srcOrd="0" destOrd="4" presId="urn:microsoft.com/office/officeart/2005/8/layout/hProcess10"/>
    <dgm:cxn modelId="{12A58785-D6E6-4BA0-A80F-715EC474C0EC}" srcId="{D5845620-8DCD-453F-B004-6258BBE85C65}" destId="{F0E1920A-C673-487B-BB6A-A863D94865B1}" srcOrd="1" destOrd="0" parTransId="{F12DE718-89EB-4B69-889F-4D5CE426992F}" sibTransId="{676CE59B-AA46-41CF-9ACA-C2694F687165}"/>
    <dgm:cxn modelId="{599D038F-BCE3-41A5-8840-9EA0FDA3200D}" srcId="{72DEC0B5-105E-498C-A5F3-935F3B46CF85}" destId="{8E8DE60C-8690-4770-BD7B-571C884105FE}" srcOrd="2" destOrd="0" parTransId="{2F67899D-4FAB-4A43-A82A-1EE1D17638E0}" sibTransId="{3A97D88C-F8CC-4FA4-B559-8DB801DDB651}"/>
    <dgm:cxn modelId="{AC773890-A689-42EE-AA81-266018BED4EC}" type="presOf" srcId="{D5845620-8DCD-453F-B004-6258BBE85C65}" destId="{B618BC2A-E702-4FC3-8F52-2340AA62413A}" srcOrd="0" destOrd="0" presId="urn:microsoft.com/office/officeart/2005/8/layout/hProcess10"/>
    <dgm:cxn modelId="{D8B71893-3495-4FF4-A9EA-68A37D6283A7}" type="presOf" srcId="{E64E91C6-2022-48C7-B295-D1EEB81C7A54}" destId="{8EA3A0C4-E859-4C73-ACD8-73CE8821B6DC}" srcOrd="0" destOrd="2" presId="urn:microsoft.com/office/officeart/2005/8/layout/hProcess10"/>
    <dgm:cxn modelId="{7B84C89A-0290-4E5E-A247-AB1D4A7C1AEA}" srcId="{44878101-264F-4B84-8970-439B2FB7956D}" destId="{2389344E-986A-4BCF-B7BE-F243706D1841}" srcOrd="2" destOrd="0" parTransId="{09823554-3C54-4519-A736-E6AD3C9C4C29}" sibTransId="{565FF749-3846-4376-BB1E-8747FD856F5F}"/>
    <dgm:cxn modelId="{1707339B-8C8A-4E10-9E72-E57FE7592B9B}" type="presOf" srcId="{95777060-2825-4003-A5DA-935C66BFF753}" destId="{AD6317F6-5965-4523-BFBC-49580DB203F1}" srcOrd="0" destOrd="2" presId="urn:microsoft.com/office/officeart/2005/8/layout/hProcess10"/>
    <dgm:cxn modelId="{D7D4E89C-273C-4C06-ACD3-67B50AED7231}" type="presOf" srcId="{6E35B1CE-1424-4C03-AA5A-B8EEBE2D6083}" destId="{35F64EF0-3CBC-4A7D-86DE-FB8508F9F6D9}" srcOrd="0" destOrd="3" presId="urn:microsoft.com/office/officeart/2005/8/layout/hProcess10"/>
    <dgm:cxn modelId="{F1B88ABC-98CF-4C47-B7B8-DBA13A5B8E19}" srcId="{51E99F87-E3F5-4354-840F-5CE2D4A67B4D}" destId="{2477D4FC-A9B2-434E-93CC-7B5A7D4C0ABE}" srcOrd="0" destOrd="0" parTransId="{2EBF26C5-8359-4255-98E0-4BAC061F6DB5}" sibTransId="{F4AAAE7D-E301-4D4E-920D-B130F5333BA9}"/>
    <dgm:cxn modelId="{BBC7D3BE-B98E-43D6-B1C7-C681584A1398}" srcId="{51E99F87-E3F5-4354-840F-5CE2D4A67B4D}" destId="{6E35B1CE-1424-4C03-AA5A-B8EEBE2D6083}" srcOrd="2" destOrd="0" parTransId="{80EB5F86-3D96-48D6-B8E0-C4F731F725BD}" sibTransId="{7E42F07D-D297-404C-9F9D-1D37FCEB7EAC}"/>
    <dgm:cxn modelId="{59B96CC0-21B8-4D86-BA8C-7DA5550005EE}" srcId="{51E99F87-E3F5-4354-840F-5CE2D4A67B4D}" destId="{A1FB067B-0E43-446F-89ED-9022B406B9DF}" srcOrd="3" destOrd="0" parTransId="{76DB23F0-EFB2-4B9C-8267-83A1FD93B350}" sibTransId="{EEF96A89-0718-4696-A1E0-E4F21A6567C4}"/>
    <dgm:cxn modelId="{80D765C9-8AA8-47D3-A600-595F4326F633}" srcId="{51E99F87-E3F5-4354-840F-5CE2D4A67B4D}" destId="{C15CFD1F-7D11-4DB9-A145-90C3D19EBA5E}" srcOrd="1" destOrd="0" parTransId="{29D98BBB-08EE-4E91-82FB-D79483BD435F}" sibTransId="{274D5393-63A2-4F71-968B-567175FAB321}"/>
    <dgm:cxn modelId="{3D38C8C9-2BEC-4A97-872E-4D7D5F908339}" type="presOf" srcId="{2477D4FC-A9B2-434E-93CC-7B5A7D4C0ABE}" destId="{35F64EF0-3CBC-4A7D-86DE-FB8508F9F6D9}" srcOrd="0" destOrd="1" presId="urn:microsoft.com/office/officeart/2005/8/layout/hProcess10"/>
    <dgm:cxn modelId="{113CE9D2-7EDB-4438-8232-BCC6313956F5}" srcId="{D5845620-8DCD-453F-B004-6258BBE85C65}" destId="{C3D9BF68-74CE-4808-9870-52844EA98E0C}" srcOrd="2" destOrd="0" parTransId="{1BB24154-6312-4178-BF02-30FA9D80F389}" sibTransId="{539E4935-5B05-4709-9678-3C7AEBFDD2BA}"/>
    <dgm:cxn modelId="{EFC98CD9-C866-4E84-BC53-33F6A8DF44D4}" type="presOf" srcId="{C15CFD1F-7D11-4DB9-A145-90C3D19EBA5E}" destId="{35F64EF0-3CBC-4A7D-86DE-FB8508F9F6D9}" srcOrd="0" destOrd="2" presId="urn:microsoft.com/office/officeart/2005/8/layout/hProcess10"/>
    <dgm:cxn modelId="{C4F974E8-EE26-4BF7-A339-62E0CA805BDB}" srcId="{72DEC0B5-105E-498C-A5F3-935F3B46CF85}" destId="{7F71B586-4727-4448-BD7E-8D212CA5E117}" srcOrd="0" destOrd="0" parTransId="{83A5FE13-BD67-40C5-8D75-611F47C342A5}" sibTransId="{5BC9D704-1064-43C8-A735-1A667118AAA1}"/>
    <dgm:cxn modelId="{C29C17F2-0AE4-4B05-A89B-8160DE494A34}" type="presOf" srcId="{9A4EB06F-32CF-4677-AF70-CE8BA219745D}" destId="{1DC491A6-5C16-4287-BA1C-D3605B97AAED}" srcOrd="1" destOrd="0" presId="urn:microsoft.com/office/officeart/2005/8/layout/hProcess10"/>
    <dgm:cxn modelId="{DD5132F6-6E1E-4FEF-B26E-85E5C76AF600}" srcId="{4A2737FB-3614-4E13-9C11-567DD6F7C7AA}" destId="{72DEC0B5-105E-498C-A5F3-935F3B46CF85}" srcOrd="3" destOrd="0" parTransId="{AC41DA78-492E-4F82-8B85-752461068A45}" sibTransId="{7B621277-8A0A-489A-88CC-76EDDE25B993}"/>
    <dgm:cxn modelId="{AC849FFD-8219-497A-BC54-3509B703782D}" srcId="{44878101-264F-4B84-8970-439B2FB7956D}" destId="{A32372E9-9D6B-4CFA-8A15-956FB73535D2}" srcOrd="0" destOrd="0" parTransId="{EACF2739-7FF8-40B5-942B-172A889F881F}" sibTransId="{3A3FB411-05BA-4592-8EF0-01D306E32E03}"/>
    <dgm:cxn modelId="{0453D489-0928-4774-98E1-42F75D826040}" type="presParOf" srcId="{5411A350-2EA3-4F75-A433-9F95DE3C4A91}" destId="{A01B39C4-089B-40FB-912A-3D35E713FBFD}" srcOrd="0" destOrd="0" presId="urn:microsoft.com/office/officeart/2005/8/layout/hProcess10"/>
    <dgm:cxn modelId="{61E5BFCA-96CB-4FEE-89C5-28D5ECC1F327}" type="presParOf" srcId="{A01B39C4-089B-40FB-912A-3D35E713FBFD}" destId="{8628E0E9-3CE5-4062-A9FA-1E0AD0F09D36}" srcOrd="0" destOrd="0" presId="urn:microsoft.com/office/officeart/2005/8/layout/hProcess10"/>
    <dgm:cxn modelId="{7D65B7D0-40FC-4090-8D92-0C9D0A434CAC}" type="presParOf" srcId="{A01B39C4-089B-40FB-912A-3D35E713FBFD}" destId="{35F64EF0-3CBC-4A7D-86DE-FB8508F9F6D9}" srcOrd="1" destOrd="0" presId="urn:microsoft.com/office/officeart/2005/8/layout/hProcess10"/>
    <dgm:cxn modelId="{2EA6787A-BA78-4465-8B57-3F58C9FE98A7}" type="presParOf" srcId="{5411A350-2EA3-4F75-A433-9F95DE3C4A91}" destId="{3C4C8F0F-C271-4113-94E6-082CBB457ACD}" srcOrd="1" destOrd="0" presId="urn:microsoft.com/office/officeart/2005/8/layout/hProcess10"/>
    <dgm:cxn modelId="{C615BAE6-DC0D-4C77-A71F-BAE4332A94EC}" type="presParOf" srcId="{3C4C8F0F-C271-4113-94E6-082CBB457ACD}" destId="{C18BD847-1285-4431-B159-FB065476054D}" srcOrd="0" destOrd="0" presId="urn:microsoft.com/office/officeart/2005/8/layout/hProcess10"/>
    <dgm:cxn modelId="{647E2BD4-F52D-4DFE-AF70-42C6D6DEB68F}" type="presParOf" srcId="{5411A350-2EA3-4F75-A433-9F95DE3C4A91}" destId="{DD123190-3F2B-4F5D-A6BC-ABB1CBB7FF79}" srcOrd="2" destOrd="0" presId="urn:microsoft.com/office/officeart/2005/8/layout/hProcess10"/>
    <dgm:cxn modelId="{5C6AAB29-3111-4F34-9593-4664CBF9A4E9}" type="presParOf" srcId="{DD123190-3F2B-4F5D-A6BC-ABB1CBB7FF79}" destId="{6FFFE9E0-0AAF-4BCB-8629-E7154493B1C8}" srcOrd="0" destOrd="0" presId="urn:microsoft.com/office/officeart/2005/8/layout/hProcess10"/>
    <dgm:cxn modelId="{5FEE34CA-35E8-4AF8-A5CB-7E17153F62D5}" type="presParOf" srcId="{DD123190-3F2B-4F5D-A6BC-ABB1CBB7FF79}" destId="{B618BC2A-E702-4FC3-8F52-2340AA62413A}" srcOrd="1" destOrd="0" presId="urn:microsoft.com/office/officeart/2005/8/layout/hProcess10"/>
    <dgm:cxn modelId="{A3A27BDF-8882-487E-A988-F29E46C5E274}" type="presParOf" srcId="{5411A350-2EA3-4F75-A433-9F95DE3C4A91}" destId="{08ABD57E-BCE5-4ED6-8013-D64B752404FD}" srcOrd="3" destOrd="0" presId="urn:microsoft.com/office/officeart/2005/8/layout/hProcess10"/>
    <dgm:cxn modelId="{DDEB45D3-AC21-45C7-9C82-D9F77DA6E487}" type="presParOf" srcId="{08ABD57E-BCE5-4ED6-8013-D64B752404FD}" destId="{1DC491A6-5C16-4287-BA1C-D3605B97AAED}" srcOrd="0" destOrd="0" presId="urn:microsoft.com/office/officeart/2005/8/layout/hProcess10"/>
    <dgm:cxn modelId="{CF01DCEC-20BE-4145-8252-4E34C97BAF84}" type="presParOf" srcId="{5411A350-2EA3-4F75-A433-9F95DE3C4A91}" destId="{1141283D-6BB1-419F-8EAD-4AA9AF5CC3D6}" srcOrd="4" destOrd="0" presId="urn:microsoft.com/office/officeart/2005/8/layout/hProcess10"/>
    <dgm:cxn modelId="{D965FD94-ADBD-4A52-A586-8B290D462DB8}" type="presParOf" srcId="{1141283D-6BB1-419F-8EAD-4AA9AF5CC3D6}" destId="{F8CA86C0-ACA8-40DD-9700-AB790B46261F}" srcOrd="0" destOrd="0" presId="urn:microsoft.com/office/officeart/2005/8/layout/hProcess10"/>
    <dgm:cxn modelId="{2D94E6DB-3EE1-4952-B6F7-FBDF77862D09}" type="presParOf" srcId="{1141283D-6BB1-419F-8EAD-4AA9AF5CC3D6}" destId="{AD6317F6-5965-4523-BFBC-49580DB203F1}" srcOrd="1" destOrd="0" presId="urn:microsoft.com/office/officeart/2005/8/layout/hProcess10"/>
    <dgm:cxn modelId="{C664378C-BD9F-42D6-BDB6-B53456EBDD16}" type="presParOf" srcId="{5411A350-2EA3-4F75-A433-9F95DE3C4A91}" destId="{E7A5D761-DCF9-4DAA-A78F-C07C73CDA977}" srcOrd="5" destOrd="0" presId="urn:microsoft.com/office/officeart/2005/8/layout/hProcess10"/>
    <dgm:cxn modelId="{D20BCFAC-3121-415A-BBEB-E9FCA04FF3C3}" type="presParOf" srcId="{E7A5D761-DCF9-4DAA-A78F-C07C73CDA977}" destId="{5D095ACF-C4D1-4254-B10E-924992D441C4}" srcOrd="0" destOrd="0" presId="urn:microsoft.com/office/officeart/2005/8/layout/hProcess10"/>
    <dgm:cxn modelId="{21EF7F96-2899-4C18-A4EC-2B64AF3E4F27}" type="presParOf" srcId="{5411A350-2EA3-4F75-A433-9F95DE3C4A91}" destId="{BD26020E-7AEF-4B8B-BA2A-B497B7CB99E0}" srcOrd="6" destOrd="0" presId="urn:microsoft.com/office/officeart/2005/8/layout/hProcess10"/>
    <dgm:cxn modelId="{266EEFE9-85F7-4BD2-9480-BDE013063C3F}" type="presParOf" srcId="{BD26020E-7AEF-4B8B-BA2A-B497B7CB99E0}" destId="{BB86B901-6FC3-461D-91CC-DC12A7FC7A09}" srcOrd="0" destOrd="0" presId="urn:microsoft.com/office/officeart/2005/8/layout/hProcess10"/>
    <dgm:cxn modelId="{2A7BD1AF-46E1-453A-9217-7CB8B53FAC23}" type="presParOf" srcId="{BD26020E-7AEF-4B8B-BA2A-B497B7CB99E0}" destId="{8EA3A0C4-E859-4C73-ACD8-73CE8821B6DC}"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BEBABC-22AC-40EC-A83D-F49FA47FFEEB}" type="doc">
      <dgm:prSet loTypeId="urn:microsoft.com/office/officeart/2005/8/layout/vList5" loCatId="list" qsTypeId="urn:microsoft.com/office/officeart/2005/8/quickstyle/simple1" qsCatId="simple" csTypeId="urn:microsoft.com/office/officeart/2005/8/colors/accent6_2" csCatId="accent6" phldr="1"/>
      <dgm:spPr/>
      <dgm:t>
        <a:bodyPr/>
        <a:lstStyle/>
        <a:p>
          <a:endParaRPr lang="en-AE"/>
        </a:p>
      </dgm:t>
    </dgm:pt>
    <dgm:pt modelId="{E7DF26D3-DD4C-4F95-8E44-A8150C934718}">
      <dgm:prSet phldrT="[Text]"/>
      <dgm:spPr/>
      <dgm:t>
        <a:bodyPr/>
        <a:lstStyle/>
        <a:p>
          <a:r>
            <a:rPr lang="en-US" dirty="0">
              <a:latin typeface="Aptos" panose="020B0004020202020204" pitchFamily="34" charset="0"/>
            </a:rPr>
            <a:t>Web Tier </a:t>
          </a:r>
        </a:p>
        <a:p>
          <a:r>
            <a:rPr lang="en-US" dirty="0">
              <a:latin typeface="Aptos" panose="020B0004020202020204" pitchFamily="34" charset="0"/>
            </a:rPr>
            <a:t>(Public Subnets)</a:t>
          </a:r>
          <a:endParaRPr lang="en-AE" dirty="0">
            <a:latin typeface="Aptos" panose="020B0004020202020204" pitchFamily="34" charset="0"/>
          </a:endParaRPr>
        </a:p>
      </dgm:t>
    </dgm:pt>
    <dgm:pt modelId="{FBE725CC-E9B8-4AA5-A5F9-954410358245}" type="parTrans" cxnId="{E5408A71-FB93-44F8-9511-1DE292F537C2}">
      <dgm:prSet/>
      <dgm:spPr/>
      <dgm:t>
        <a:bodyPr/>
        <a:lstStyle/>
        <a:p>
          <a:endParaRPr lang="en-AE">
            <a:latin typeface="Aptos" panose="020B0004020202020204" pitchFamily="34" charset="0"/>
          </a:endParaRPr>
        </a:p>
      </dgm:t>
    </dgm:pt>
    <dgm:pt modelId="{0601FA12-142A-4F86-8219-D04C6299DEE8}" type="sibTrans" cxnId="{E5408A71-FB93-44F8-9511-1DE292F537C2}">
      <dgm:prSet/>
      <dgm:spPr/>
      <dgm:t>
        <a:bodyPr/>
        <a:lstStyle/>
        <a:p>
          <a:endParaRPr lang="en-AE">
            <a:latin typeface="Aptos" panose="020B0004020202020204" pitchFamily="34" charset="0"/>
          </a:endParaRPr>
        </a:p>
      </dgm:t>
    </dgm:pt>
    <dgm:pt modelId="{E6F7C79F-0A8F-4B98-AA62-8C2220BB526E}">
      <dgm:prSet phldrT="[Text]"/>
      <dgm:spPr/>
      <dgm:t>
        <a:bodyPr/>
        <a:lstStyle/>
        <a:p>
          <a:pPr>
            <a:buNone/>
          </a:pPr>
          <a:r>
            <a:rPr lang="en-US" b="1" dirty="0">
              <a:latin typeface="Aptos" panose="020B0004020202020204" pitchFamily="34" charset="0"/>
            </a:rPr>
            <a:t>Capital One AWS Breach (2019)</a:t>
          </a:r>
          <a:endParaRPr lang="en-AE" b="1" dirty="0">
            <a:latin typeface="Aptos" panose="020B0004020202020204" pitchFamily="34" charset="0"/>
          </a:endParaRPr>
        </a:p>
      </dgm:t>
    </dgm:pt>
    <dgm:pt modelId="{5471C91E-DD73-46D2-B687-6ACEF2AF5E2B}" type="parTrans" cxnId="{6C8CFF2A-7C1B-496B-916B-2917B362AA29}">
      <dgm:prSet/>
      <dgm:spPr/>
      <dgm:t>
        <a:bodyPr/>
        <a:lstStyle/>
        <a:p>
          <a:endParaRPr lang="en-AE">
            <a:latin typeface="Aptos" panose="020B0004020202020204" pitchFamily="34" charset="0"/>
          </a:endParaRPr>
        </a:p>
      </dgm:t>
    </dgm:pt>
    <dgm:pt modelId="{2562ED70-2F50-4E7B-B0C2-151E57EC5B53}" type="sibTrans" cxnId="{6C8CFF2A-7C1B-496B-916B-2917B362AA29}">
      <dgm:prSet/>
      <dgm:spPr/>
      <dgm:t>
        <a:bodyPr/>
        <a:lstStyle/>
        <a:p>
          <a:endParaRPr lang="en-AE">
            <a:latin typeface="Aptos" panose="020B0004020202020204" pitchFamily="34" charset="0"/>
          </a:endParaRPr>
        </a:p>
      </dgm:t>
    </dgm:pt>
    <dgm:pt modelId="{BF37AF1E-A8B5-4436-9154-17A95EAD390A}">
      <dgm:prSet phldrT="[Text]"/>
      <dgm:spPr/>
      <dgm:t>
        <a:bodyPr/>
        <a:lstStyle/>
        <a:p>
          <a:r>
            <a:rPr lang="en-US" dirty="0">
              <a:latin typeface="Aptos" panose="020B0004020202020204" pitchFamily="34" charset="0"/>
            </a:rPr>
            <a:t>A Web Application Firewall (WAF) </a:t>
          </a:r>
          <a:r>
            <a:rPr lang="en-US" b="1" dirty="0">
              <a:latin typeface="Aptos" panose="020B0004020202020204" pitchFamily="34" charset="0"/>
            </a:rPr>
            <a:t>misconfiguration</a:t>
          </a:r>
          <a:r>
            <a:rPr lang="en-US" dirty="0">
              <a:latin typeface="Aptos" panose="020B0004020202020204" pitchFamily="34" charset="0"/>
            </a:rPr>
            <a:t> enabled an </a:t>
          </a:r>
          <a:r>
            <a:rPr lang="en-US" dirty="0" err="1">
              <a:latin typeface="Aptos" panose="020B0004020202020204" pitchFamily="34" charset="0"/>
            </a:rPr>
            <a:t>ServerS</a:t>
          </a:r>
          <a:r>
            <a:rPr lang="en-US" dirty="0">
              <a:latin typeface="Aptos" panose="020B0004020202020204" pitchFamily="34" charset="0"/>
            </a:rPr>
            <a:t> ide Request Forgery (SSRF) attack, exposing sensitive data from the public-facing tier.</a:t>
          </a:r>
          <a:endParaRPr lang="en-AE" dirty="0">
            <a:latin typeface="Aptos" panose="020B0004020202020204" pitchFamily="34" charset="0"/>
          </a:endParaRPr>
        </a:p>
      </dgm:t>
    </dgm:pt>
    <dgm:pt modelId="{D85117E1-530F-4770-8E25-B8C24F4BFC40}" type="parTrans" cxnId="{22F12D47-20E1-4A5E-9438-D3B87B7AE799}">
      <dgm:prSet/>
      <dgm:spPr/>
      <dgm:t>
        <a:bodyPr/>
        <a:lstStyle/>
        <a:p>
          <a:endParaRPr lang="en-AE">
            <a:latin typeface="Aptos" panose="020B0004020202020204" pitchFamily="34" charset="0"/>
          </a:endParaRPr>
        </a:p>
      </dgm:t>
    </dgm:pt>
    <dgm:pt modelId="{8C3E8C0B-3393-4A22-827D-7D6F84E32CCA}" type="sibTrans" cxnId="{22F12D47-20E1-4A5E-9438-D3B87B7AE799}">
      <dgm:prSet/>
      <dgm:spPr/>
      <dgm:t>
        <a:bodyPr/>
        <a:lstStyle/>
        <a:p>
          <a:endParaRPr lang="en-AE">
            <a:latin typeface="Aptos" panose="020B0004020202020204" pitchFamily="34" charset="0"/>
          </a:endParaRPr>
        </a:p>
      </dgm:t>
    </dgm:pt>
    <dgm:pt modelId="{CD001FCB-D36A-4139-991B-84941E71A190}">
      <dgm:prSet phldrT="[Text]"/>
      <dgm:spPr/>
      <dgm:t>
        <a:bodyPr/>
        <a:lstStyle/>
        <a:p>
          <a:r>
            <a:rPr lang="en-US" dirty="0">
              <a:latin typeface="Aptos" panose="020B0004020202020204" pitchFamily="34" charset="0"/>
            </a:rPr>
            <a:t>App Tier </a:t>
          </a:r>
        </a:p>
        <a:p>
          <a:r>
            <a:rPr lang="en-US" dirty="0">
              <a:latin typeface="Aptos" panose="020B0004020202020204" pitchFamily="34" charset="0"/>
            </a:rPr>
            <a:t>(Private Subnets)</a:t>
          </a:r>
          <a:endParaRPr lang="en-AE" dirty="0">
            <a:latin typeface="Aptos" panose="020B0004020202020204" pitchFamily="34" charset="0"/>
          </a:endParaRPr>
        </a:p>
      </dgm:t>
    </dgm:pt>
    <dgm:pt modelId="{3E70194A-399E-4F45-8BDD-F7DAC620DDC4}" type="parTrans" cxnId="{2B8416F8-649C-43F3-A6EE-0EDD4892F7F6}">
      <dgm:prSet/>
      <dgm:spPr/>
      <dgm:t>
        <a:bodyPr/>
        <a:lstStyle/>
        <a:p>
          <a:endParaRPr lang="en-AE">
            <a:latin typeface="Aptos" panose="020B0004020202020204" pitchFamily="34" charset="0"/>
          </a:endParaRPr>
        </a:p>
      </dgm:t>
    </dgm:pt>
    <dgm:pt modelId="{01256A10-41D1-45E4-BF7D-0E4B30848502}" type="sibTrans" cxnId="{2B8416F8-649C-43F3-A6EE-0EDD4892F7F6}">
      <dgm:prSet/>
      <dgm:spPr/>
      <dgm:t>
        <a:bodyPr/>
        <a:lstStyle/>
        <a:p>
          <a:endParaRPr lang="en-AE">
            <a:latin typeface="Aptos" panose="020B0004020202020204" pitchFamily="34" charset="0"/>
          </a:endParaRPr>
        </a:p>
      </dgm:t>
    </dgm:pt>
    <dgm:pt modelId="{2C1DBAF7-C407-42EA-9AAC-DF45F4147127}">
      <dgm:prSet phldrT="[Text]"/>
      <dgm:spPr/>
      <dgm:t>
        <a:bodyPr/>
        <a:lstStyle/>
        <a:p>
          <a:pPr>
            <a:buNone/>
          </a:pPr>
          <a:r>
            <a:rPr lang="en-US" b="1" dirty="0">
              <a:latin typeface="Aptos" panose="020B0004020202020204" pitchFamily="34" charset="0"/>
            </a:rPr>
            <a:t>Tesla Kubernetes Console Exposure (2018)</a:t>
          </a:r>
          <a:endParaRPr lang="en-AE" b="1" dirty="0">
            <a:latin typeface="Aptos" panose="020B0004020202020204" pitchFamily="34" charset="0"/>
          </a:endParaRPr>
        </a:p>
      </dgm:t>
    </dgm:pt>
    <dgm:pt modelId="{BB15F0FE-1421-429E-BA72-42C1AC10B10F}" type="parTrans" cxnId="{4AD94F0F-5854-40E6-B416-1ED47A869EBA}">
      <dgm:prSet/>
      <dgm:spPr/>
      <dgm:t>
        <a:bodyPr/>
        <a:lstStyle/>
        <a:p>
          <a:endParaRPr lang="en-AE">
            <a:latin typeface="Aptos" panose="020B0004020202020204" pitchFamily="34" charset="0"/>
          </a:endParaRPr>
        </a:p>
      </dgm:t>
    </dgm:pt>
    <dgm:pt modelId="{595116F2-46AF-4205-827C-4951AB583C5D}" type="sibTrans" cxnId="{4AD94F0F-5854-40E6-B416-1ED47A869EBA}">
      <dgm:prSet/>
      <dgm:spPr/>
      <dgm:t>
        <a:bodyPr/>
        <a:lstStyle/>
        <a:p>
          <a:endParaRPr lang="en-AE">
            <a:latin typeface="Aptos" panose="020B0004020202020204" pitchFamily="34" charset="0"/>
          </a:endParaRPr>
        </a:p>
      </dgm:t>
    </dgm:pt>
    <dgm:pt modelId="{923FECCC-D649-4908-8E3D-43EA6BCBFE31}">
      <dgm:prSet phldrT="[Text]"/>
      <dgm:spPr/>
      <dgm:t>
        <a:bodyPr/>
        <a:lstStyle/>
        <a:p>
          <a:r>
            <a:rPr lang="en-US" dirty="0">
              <a:latin typeface="Aptos" panose="020B0004020202020204" pitchFamily="34" charset="0"/>
            </a:rPr>
            <a:t>An unsecured Kubernetes admin console in a private subnet allowed attackers to deploy cryptojacking workloads and move laterally into Tesla’s application tier.</a:t>
          </a:r>
          <a:endParaRPr lang="en-AE" dirty="0">
            <a:latin typeface="Aptos" panose="020B0004020202020204" pitchFamily="34" charset="0"/>
          </a:endParaRPr>
        </a:p>
      </dgm:t>
    </dgm:pt>
    <dgm:pt modelId="{5837B5A4-28DD-41F1-94E7-74D59BC817F3}" type="parTrans" cxnId="{DC25A894-D30D-40E1-BF2B-17AEED488DA1}">
      <dgm:prSet/>
      <dgm:spPr/>
      <dgm:t>
        <a:bodyPr/>
        <a:lstStyle/>
        <a:p>
          <a:endParaRPr lang="en-AE">
            <a:latin typeface="Aptos" panose="020B0004020202020204" pitchFamily="34" charset="0"/>
          </a:endParaRPr>
        </a:p>
      </dgm:t>
    </dgm:pt>
    <dgm:pt modelId="{6A05BE2A-F300-45E0-96B2-CF07FA2973E0}" type="sibTrans" cxnId="{DC25A894-D30D-40E1-BF2B-17AEED488DA1}">
      <dgm:prSet/>
      <dgm:spPr/>
      <dgm:t>
        <a:bodyPr/>
        <a:lstStyle/>
        <a:p>
          <a:endParaRPr lang="en-AE">
            <a:latin typeface="Aptos" panose="020B0004020202020204" pitchFamily="34" charset="0"/>
          </a:endParaRPr>
        </a:p>
      </dgm:t>
    </dgm:pt>
    <dgm:pt modelId="{D8B01CD8-4219-47CB-950D-9956533FBB36}">
      <dgm:prSet phldrT="[Text]" phldr="0"/>
      <dgm:spPr/>
      <dgm:t>
        <a:bodyPr/>
        <a:lstStyle/>
        <a:p>
          <a:r>
            <a:rPr lang="en-US" dirty="0">
              <a:latin typeface="Aptos" panose="020B0004020202020204" pitchFamily="34" charset="0"/>
            </a:rPr>
            <a:t>Cross Tier Movement</a:t>
          </a:r>
          <a:endParaRPr lang="en-AE" dirty="0">
            <a:latin typeface="Aptos" panose="020B0004020202020204" pitchFamily="34" charset="0"/>
          </a:endParaRPr>
        </a:p>
      </dgm:t>
    </dgm:pt>
    <dgm:pt modelId="{4911D338-5384-418F-B32C-166AB2B15FD4}" type="parTrans" cxnId="{BC39DD89-FBA7-4F6C-9780-4C1893C14C8C}">
      <dgm:prSet/>
      <dgm:spPr/>
      <dgm:t>
        <a:bodyPr/>
        <a:lstStyle/>
        <a:p>
          <a:endParaRPr lang="en-AE">
            <a:latin typeface="Aptos" panose="020B0004020202020204" pitchFamily="34" charset="0"/>
          </a:endParaRPr>
        </a:p>
      </dgm:t>
    </dgm:pt>
    <dgm:pt modelId="{80C737DA-8218-44F8-9663-53FF6530A16B}" type="sibTrans" cxnId="{BC39DD89-FBA7-4F6C-9780-4C1893C14C8C}">
      <dgm:prSet/>
      <dgm:spPr/>
      <dgm:t>
        <a:bodyPr/>
        <a:lstStyle/>
        <a:p>
          <a:endParaRPr lang="en-AE">
            <a:latin typeface="Aptos" panose="020B0004020202020204" pitchFamily="34" charset="0"/>
          </a:endParaRPr>
        </a:p>
      </dgm:t>
    </dgm:pt>
    <dgm:pt modelId="{19388146-308F-4A0C-927E-F76458D44515}">
      <dgm:prSet phldrT="[Text]"/>
      <dgm:spPr/>
      <dgm:t>
        <a:bodyPr/>
        <a:lstStyle/>
        <a:p>
          <a:pPr>
            <a:buNone/>
          </a:pPr>
          <a:r>
            <a:rPr lang="en-US" b="1" dirty="0">
              <a:latin typeface="Aptos" panose="020B0004020202020204" pitchFamily="34" charset="0"/>
            </a:rPr>
            <a:t>Verizon AWS S3 Leak (2017)</a:t>
          </a:r>
          <a:endParaRPr lang="en-AE" b="1" dirty="0">
            <a:latin typeface="Aptos" panose="020B0004020202020204" pitchFamily="34" charset="0"/>
          </a:endParaRPr>
        </a:p>
      </dgm:t>
    </dgm:pt>
    <dgm:pt modelId="{0C98C44F-2E6A-4467-9B1A-D91C6C59E797}" type="parTrans" cxnId="{D1B92B32-B8D9-4D0C-BD8B-A7593A10612A}">
      <dgm:prSet/>
      <dgm:spPr/>
      <dgm:t>
        <a:bodyPr/>
        <a:lstStyle/>
        <a:p>
          <a:endParaRPr lang="en-AE">
            <a:latin typeface="Aptos" panose="020B0004020202020204" pitchFamily="34" charset="0"/>
          </a:endParaRPr>
        </a:p>
      </dgm:t>
    </dgm:pt>
    <dgm:pt modelId="{0AA59727-7F96-4C41-9B20-A849CE2DF550}" type="sibTrans" cxnId="{D1B92B32-B8D9-4D0C-BD8B-A7593A10612A}">
      <dgm:prSet/>
      <dgm:spPr/>
      <dgm:t>
        <a:bodyPr/>
        <a:lstStyle/>
        <a:p>
          <a:endParaRPr lang="en-AE">
            <a:latin typeface="Aptos" panose="020B0004020202020204" pitchFamily="34" charset="0"/>
          </a:endParaRPr>
        </a:p>
      </dgm:t>
    </dgm:pt>
    <dgm:pt modelId="{F20BC842-EB12-459F-B704-6E4DB929F656}">
      <dgm:prSet phldrT="[Text]"/>
      <dgm:spPr/>
      <dgm:t>
        <a:bodyPr/>
        <a:lstStyle/>
        <a:p>
          <a:r>
            <a:rPr lang="en-US" dirty="0">
              <a:latin typeface="Aptos" panose="020B0004020202020204" pitchFamily="34" charset="0"/>
            </a:rPr>
            <a:t>Misconfigured S3 permissions enabled lateral movement from log files to sensitive customer data</a:t>
          </a:r>
          <a:endParaRPr lang="en-AE" dirty="0">
            <a:latin typeface="Aptos" panose="020B0004020202020204" pitchFamily="34" charset="0"/>
          </a:endParaRPr>
        </a:p>
      </dgm:t>
    </dgm:pt>
    <dgm:pt modelId="{C7A1A018-8004-4063-AC46-DA32B578DB57}" type="parTrans" cxnId="{D589B1D1-4EB9-4315-84D8-5D3AD9FDF976}">
      <dgm:prSet/>
      <dgm:spPr/>
      <dgm:t>
        <a:bodyPr/>
        <a:lstStyle/>
        <a:p>
          <a:endParaRPr lang="en-AE">
            <a:latin typeface="Aptos" panose="020B0004020202020204" pitchFamily="34" charset="0"/>
          </a:endParaRPr>
        </a:p>
      </dgm:t>
    </dgm:pt>
    <dgm:pt modelId="{C1252AED-C431-4D2E-8E1C-4949E34E6955}" type="sibTrans" cxnId="{D589B1D1-4EB9-4315-84D8-5D3AD9FDF976}">
      <dgm:prSet/>
      <dgm:spPr/>
      <dgm:t>
        <a:bodyPr/>
        <a:lstStyle/>
        <a:p>
          <a:endParaRPr lang="en-AE">
            <a:latin typeface="Aptos" panose="020B0004020202020204" pitchFamily="34" charset="0"/>
          </a:endParaRPr>
        </a:p>
      </dgm:t>
    </dgm:pt>
    <dgm:pt modelId="{AF7F09FA-F2BC-4AAE-A874-3B7FBD1EF1FF}">
      <dgm:prSet custT="1"/>
      <dgm:spPr/>
      <dgm:t>
        <a:bodyPr/>
        <a:lstStyle/>
        <a:p>
          <a:pPr marL="0" lvl="0" indent="0" algn="ctr" defTabSz="977900">
            <a:lnSpc>
              <a:spcPct val="90000"/>
            </a:lnSpc>
            <a:spcBef>
              <a:spcPct val="0"/>
            </a:spcBef>
            <a:spcAft>
              <a:spcPct val="35000"/>
            </a:spcAft>
            <a:buNone/>
          </a:pPr>
          <a:r>
            <a:rPr lang="en-AE" sz="2200" kern="1200" dirty="0">
              <a:latin typeface="Aptos" panose="020B0004020202020204" pitchFamily="34" charset="0"/>
              <a:ea typeface="+mn-ea"/>
              <a:cs typeface="+mn-cs"/>
            </a:rPr>
            <a:t>Data Tier </a:t>
          </a:r>
        </a:p>
        <a:p>
          <a:pPr marL="0" lvl="0" indent="0" algn="ctr" defTabSz="977900">
            <a:lnSpc>
              <a:spcPct val="90000"/>
            </a:lnSpc>
            <a:spcBef>
              <a:spcPct val="0"/>
            </a:spcBef>
            <a:spcAft>
              <a:spcPct val="35000"/>
            </a:spcAft>
            <a:buNone/>
          </a:pPr>
          <a:r>
            <a:rPr lang="en-AE" sz="2200" kern="1200" dirty="0">
              <a:latin typeface="Aptos" panose="020B0004020202020204" pitchFamily="34" charset="0"/>
              <a:ea typeface="+mn-ea"/>
              <a:cs typeface="+mn-cs"/>
            </a:rPr>
            <a:t>(Restricted Subnets)</a:t>
          </a:r>
        </a:p>
      </dgm:t>
    </dgm:pt>
    <dgm:pt modelId="{9AD7271F-680E-4239-B506-3F17645EE657}" type="parTrans" cxnId="{F7297D27-CEB9-455F-AB94-A8252B2E875F}">
      <dgm:prSet/>
      <dgm:spPr/>
      <dgm:t>
        <a:bodyPr/>
        <a:lstStyle/>
        <a:p>
          <a:endParaRPr lang="en-AE">
            <a:latin typeface="Aptos" panose="020B0004020202020204" pitchFamily="34" charset="0"/>
          </a:endParaRPr>
        </a:p>
      </dgm:t>
    </dgm:pt>
    <dgm:pt modelId="{C1EC2415-AB6D-4E89-867E-B09F1CEB4423}" type="sibTrans" cxnId="{F7297D27-CEB9-455F-AB94-A8252B2E875F}">
      <dgm:prSet/>
      <dgm:spPr/>
      <dgm:t>
        <a:bodyPr/>
        <a:lstStyle/>
        <a:p>
          <a:endParaRPr lang="en-AE">
            <a:latin typeface="Aptos" panose="020B0004020202020204" pitchFamily="34" charset="0"/>
          </a:endParaRPr>
        </a:p>
      </dgm:t>
    </dgm:pt>
    <dgm:pt modelId="{D26B75E3-D7AA-4F7B-A3D2-86E6129186EC}">
      <dgm:prSet custT="1"/>
      <dgm:spPr/>
      <dgm:t>
        <a:bodyPr/>
        <a:lstStyle/>
        <a:p>
          <a:pPr marL="0" lvl="0" indent="0" algn="l" defTabSz="977900">
            <a:lnSpc>
              <a:spcPct val="90000"/>
            </a:lnSpc>
            <a:spcBef>
              <a:spcPct val="0"/>
            </a:spcBef>
            <a:spcAft>
              <a:spcPct val="35000"/>
            </a:spcAft>
            <a:buNone/>
          </a:pPr>
          <a:r>
            <a:rPr lang="en-AE" sz="1200" b="1" kern="1200" dirty="0"/>
            <a:t>MongoDB Cloud Exposures (2017)</a:t>
          </a:r>
          <a:endParaRPr lang="en-AE" sz="1200" kern="1200" dirty="0">
            <a:solidFill>
              <a:prstClr val="black">
                <a:hueOff val="0"/>
                <a:satOff val="0"/>
                <a:lumOff val="0"/>
                <a:alphaOff val="0"/>
              </a:prstClr>
            </a:solidFill>
            <a:latin typeface="Aptos" panose="020B0004020202020204" pitchFamily="34" charset="0"/>
            <a:ea typeface="+mn-ea"/>
            <a:cs typeface="+mn-cs"/>
          </a:endParaRPr>
        </a:p>
      </dgm:t>
    </dgm:pt>
    <dgm:pt modelId="{113070B5-1B91-4E51-A074-CF21D8F49A33}" type="parTrans" cxnId="{399938CE-AF72-4A6B-A382-07B02B49E960}">
      <dgm:prSet/>
      <dgm:spPr/>
      <dgm:t>
        <a:bodyPr/>
        <a:lstStyle/>
        <a:p>
          <a:endParaRPr lang="en-AE">
            <a:latin typeface="Aptos" panose="020B0004020202020204" pitchFamily="34" charset="0"/>
          </a:endParaRPr>
        </a:p>
      </dgm:t>
    </dgm:pt>
    <dgm:pt modelId="{A82457B3-7257-4C10-B023-8A8A31F6958F}" type="sibTrans" cxnId="{399938CE-AF72-4A6B-A382-07B02B49E960}">
      <dgm:prSet/>
      <dgm:spPr/>
      <dgm:t>
        <a:bodyPr/>
        <a:lstStyle/>
        <a:p>
          <a:endParaRPr lang="en-AE">
            <a:latin typeface="Aptos" panose="020B0004020202020204" pitchFamily="34" charset="0"/>
          </a:endParaRPr>
        </a:p>
      </dgm:t>
    </dgm:pt>
    <dgm:pt modelId="{2BCBAC4D-6434-4652-9E50-49760C44135B}">
      <dgm:prSet custT="1"/>
      <dgm:spPr/>
      <dgm:t>
        <a:bodyPr/>
        <a:lstStyle/>
        <a:p>
          <a:pPr marL="0" lvl="0" indent="0" algn="l" defTabSz="977900">
            <a:lnSpc>
              <a:spcPct val="90000"/>
            </a:lnSpc>
            <a:spcBef>
              <a:spcPct val="0"/>
            </a:spcBef>
            <a:spcAft>
              <a:spcPct val="35000"/>
            </a:spcAft>
            <a:buFont typeface="Arial" panose="020B0604020202020204" pitchFamily="34" charset="0"/>
            <a:buChar char="•"/>
          </a:pPr>
          <a:r>
            <a:rPr lang="en-US" sz="1200" kern="1200" dirty="0">
              <a:solidFill>
                <a:prstClr val="black">
                  <a:hueOff val="0"/>
                  <a:satOff val="0"/>
                  <a:lumOff val="0"/>
                  <a:alphaOff val="0"/>
                </a:prstClr>
              </a:solidFill>
              <a:latin typeface="Aptos" panose="020B0004020202020204" pitchFamily="34" charset="0"/>
              <a:ea typeface="+mn-ea"/>
              <a:cs typeface="+mn-cs"/>
            </a:rPr>
            <a:t>The exposure of thousands of misconfigured MongoDB instances within cloud VPCs resulted in large-scale data theft and widespread ransom extortion</a:t>
          </a:r>
          <a:endParaRPr lang="en-AE" sz="1200" kern="1200" dirty="0">
            <a:solidFill>
              <a:prstClr val="black">
                <a:hueOff val="0"/>
                <a:satOff val="0"/>
                <a:lumOff val="0"/>
                <a:alphaOff val="0"/>
              </a:prstClr>
            </a:solidFill>
            <a:latin typeface="Aptos" panose="020B0004020202020204" pitchFamily="34" charset="0"/>
            <a:ea typeface="+mn-ea"/>
            <a:cs typeface="+mn-cs"/>
          </a:endParaRPr>
        </a:p>
      </dgm:t>
    </dgm:pt>
    <dgm:pt modelId="{9AE75E89-AB32-4843-8375-C8FB07DF9649}" type="parTrans" cxnId="{21FF080F-F5B4-494F-AA4D-EBD4666D390C}">
      <dgm:prSet/>
      <dgm:spPr/>
      <dgm:t>
        <a:bodyPr/>
        <a:lstStyle/>
        <a:p>
          <a:endParaRPr lang="en-AE"/>
        </a:p>
      </dgm:t>
    </dgm:pt>
    <dgm:pt modelId="{7FDEFAD2-FDCF-45D5-9E01-DD046542B694}" type="sibTrans" cxnId="{21FF080F-F5B4-494F-AA4D-EBD4666D390C}">
      <dgm:prSet/>
      <dgm:spPr/>
      <dgm:t>
        <a:bodyPr/>
        <a:lstStyle/>
        <a:p>
          <a:endParaRPr lang="en-AE"/>
        </a:p>
      </dgm:t>
    </dgm:pt>
    <dgm:pt modelId="{F2B9F61C-5CDB-4963-ABED-32AEA29DD604}" type="pres">
      <dgm:prSet presAssocID="{CFBEBABC-22AC-40EC-A83D-F49FA47FFEEB}" presName="Name0" presStyleCnt="0">
        <dgm:presLayoutVars>
          <dgm:dir/>
          <dgm:animLvl val="lvl"/>
          <dgm:resizeHandles val="exact"/>
        </dgm:presLayoutVars>
      </dgm:prSet>
      <dgm:spPr/>
    </dgm:pt>
    <dgm:pt modelId="{D73DBA1A-5D15-40B8-BBA5-822B8AD94E92}" type="pres">
      <dgm:prSet presAssocID="{E7DF26D3-DD4C-4F95-8E44-A8150C934718}" presName="linNode" presStyleCnt="0"/>
      <dgm:spPr/>
    </dgm:pt>
    <dgm:pt modelId="{81CA427B-B000-4CC1-8025-5D7A4B46BBDD}" type="pres">
      <dgm:prSet presAssocID="{E7DF26D3-DD4C-4F95-8E44-A8150C934718}" presName="parentText" presStyleLbl="node1" presStyleIdx="0" presStyleCnt="4">
        <dgm:presLayoutVars>
          <dgm:chMax val="1"/>
          <dgm:bulletEnabled val="1"/>
        </dgm:presLayoutVars>
      </dgm:prSet>
      <dgm:spPr/>
    </dgm:pt>
    <dgm:pt modelId="{CD442D9B-8D8A-467D-92FF-85CEE345C6CF}" type="pres">
      <dgm:prSet presAssocID="{E7DF26D3-DD4C-4F95-8E44-A8150C934718}" presName="descendantText" presStyleLbl="alignAccFollowNode1" presStyleIdx="0" presStyleCnt="4">
        <dgm:presLayoutVars>
          <dgm:bulletEnabled val="1"/>
        </dgm:presLayoutVars>
      </dgm:prSet>
      <dgm:spPr/>
    </dgm:pt>
    <dgm:pt modelId="{8EED7E7A-7497-4252-92A0-449AB29537C3}" type="pres">
      <dgm:prSet presAssocID="{0601FA12-142A-4F86-8219-D04C6299DEE8}" presName="sp" presStyleCnt="0"/>
      <dgm:spPr/>
    </dgm:pt>
    <dgm:pt modelId="{8049A109-8F10-4B34-B319-2BE7BCB82BC5}" type="pres">
      <dgm:prSet presAssocID="{CD001FCB-D36A-4139-991B-84941E71A190}" presName="linNode" presStyleCnt="0"/>
      <dgm:spPr/>
    </dgm:pt>
    <dgm:pt modelId="{9BD0A98D-51BC-4C09-A9E7-C3C5E103CE22}" type="pres">
      <dgm:prSet presAssocID="{CD001FCB-D36A-4139-991B-84941E71A190}" presName="parentText" presStyleLbl="node1" presStyleIdx="1" presStyleCnt="4">
        <dgm:presLayoutVars>
          <dgm:chMax val="1"/>
          <dgm:bulletEnabled val="1"/>
        </dgm:presLayoutVars>
      </dgm:prSet>
      <dgm:spPr/>
    </dgm:pt>
    <dgm:pt modelId="{2AA5E882-4BED-401E-B5EE-E08F0F4EC76B}" type="pres">
      <dgm:prSet presAssocID="{CD001FCB-D36A-4139-991B-84941E71A190}" presName="descendantText" presStyleLbl="alignAccFollowNode1" presStyleIdx="1" presStyleCnt="4">
        <dgm:presLayoutVars>
          <dgm:bulletEnabled val="1"/>
        </dgm:presLayoutVars>
      </dgm:prSet>
      <dgm:spPr/>
    </dgm:pt>
    <dgm:pt modelId="{1D0E82A0-6FF5-46B7-A1FB-B264DAB1E2E6}" type="pres">
      <dgm:prSet presAssocID="{01256A10-41D1-45E4-BF7D-0E4B30848502}" presName="sp" presStyleCnt="0"/>
      <dgm:spPr/>
    </dgm:pt>
    <dgm:pt modelId="{D43B1B77-6CD2-4030-BF6F-BA067F64F0B7}" type="pres">
      <dgm:prSet presAssocID="{AF7F09FA-F2BC-4AAE-A874-3B7FBD1EF1FF}" presName="linNode" presStyleCnt="0"/>
      <dgm:spPr/>
    </dgm:pt>
    <dgm:pt modelId="{5C8D2723-A26A-4D88-8F95-CF8409AF76E5}" type="pres">
      <dgm:prSet presAssocID="{AF7F09FA-F2BC-4AAE-A874-3B7FBD1EF1FF}" presName="parentText" presStyleLbl="node1" presStyleIdx="2" presStyleCnt="4">
        <dgm:presLayoutVars>
          <dgm:chMax val="1"/>
          <dgm:bulletEnabled val="1"/>
        </dgm:presLayoutVars>
      </dgm:prSet>
      <dgm:spPr/>
    </dgm:pt>
    <dgm:pt modelId="{920315E1-A9F8-4C57-B4C9-206F743B5E50}" type="pres">
      <dgm:prSet presAssocID="{AF7F09FA-F2BC-4AAE-A874-3B7FBD1EF1FF}" presName="descendantText" presStyleLbl="alignAccFollowNode1" presStyleIdx="2" presStyleCnt="4">
        <dgm:presLayoutVars>
          <dgm:bulletEnabled val="1"/>
        </dgm:presLayoutVars>
      </dgm:prSet>
      <dgm:spPr/>
    </dgm:pt>
    <dgm:pt modelId="{622BD513-4AFA-4EA0-8684-6BE9A2963B98}" type="pres">
      <dgm:prSet presAssocID="{C1EC2415-AB6D-4E89-867E-B09F1CEB4423}" presName="sp" presStyleCnt="0"/>
      <dgm:spPr/>
    </dgm:pt>
    <dgm:pt modelId="{B5DED4E4-3622-443C-A6F9-86AD55DE3C55}" type="pres">
      <dgm:prSet presAssocID="{D8B01CD8-4219-47CB-950D-9956533FBB36}" presName="linNode" presStyleCnt="0"/>
      <dgm:spPr/>
    </dgm:pt>
    <dgm:pt modelId="{5331757C-E56D-4B74-AC81-5FFDF9B4D8F3}" type="pres">
      <dgm:prSet presAssocID="{D8B01CD8-4219-47CB-950D-9956533FBB36}" presName="parentText" presStyleLbl="node1" presStyleIdx="3" presStyleCnt="4" custLinFactNeighborX="2" custLinFactNeighborY="3733">
        <dgm:presLayoutVars>
          <dgm:chMax val="1"/>
          <dgm:bulletEnabled val="1"/>
        </dgm:presLayoutVars>
      </dgm:prSet>
      <dgm:spPr/>
    </dgm:pt>
    <dgm:pt modelId="{B30EEE6E-AD83-4C3B-ADBF-1AC4E72E22DB}" type="pres">
      <dgm:prSet presAssocID="{D8B01CD8-4219-47CB-950D-9956533FBB36}" presName="descendantText" presStyleLbl="alignAccFollowNode1" presStyleIdx="3" presStyleCnt="4">
        <dgm:presLayoutVars>
          <dgm:bulletEnabled val="1"/>
        </dgm:presLayoutVars>
      </dgm:prSet>
      <dgm:spPr/>
    </dgm:pt>
  </dgm:ptLst>
  <dgm:cxnLst>
    <dgm:cxn modelId="{F636030B-C1D0-4653-A0D2-ACD40EE7B14C}" type="presOf" srcId="{AF7F09FA-F2BC-4AAE-A874-3B7FBD1EF1FF}" destId="{5C8D2723-A26A-4D88-8F95-CF8409AF76E5}" srcOrd="0" destOrd="0" presId="urn:microsoft.com/office/officeart/2005/8/layout/vList5"/>
    <dgm:cxn modelId="{21FF080F-F5B4-494F-AA4D-EBD4666D390C}" srcId="{AF7F09FA-F2BC-4AAE-A874-3B7FBD1EF1FF}" destId="{2BCBAC4D-6434-4652-9E50-49760C44135B}" srcOrd="1" destOrd="0" parTransId="{9AE75E89-AB32-4843-8375-C8FB07DF9649}" sibTransId="{7FDEFAD2-FDCF-45D5-9E01-DD046542B694}"/>
    <dgm:cxn modelId="{4AD94F0F-5854-40E6-B416-1ED47A869EBA}" srcId="{CD001FCB-D36A-4139-991B-84941E71A190}" destId="{2C1DBAF7-C407-42EA-9AAC-DF45F4147127}" srcOrd="0" destOrd="0" parTransId="{BB15F0FE-1421-429E-BA72-42C1AC10B10F}" sibTransId="{595116F2-46AF-4205-827C-4951AB583C5D}"/>
    <dgm:cxn modelId="{79D34222-C765-423C-B98A-900946D02D25}" type="presOf" srcId="{CD001FCB-D36A-4139-991B-84941E71A190}" destId="{9BD0A98D-51BC-4C09-A9E7-C3C5E103CE22}" srcOrd="0" destOrd="0" presId="urn:microsoft.com/office/officeart/2005/8/layout/vList5"/>
    <dgm:cxn modelId="{FFFC2F25-9DF4-4B59-8DB0-21E0707B1585}" type="presOf" srcId="{CFBEBABC-22AC-40EC-A83D-F49FA47FFEEB}" destId="{F2B9F61C-5CDB-4963-ABED-32AEA29DD604}" srcOrd="0" destOrd="0" presId="urn:microsoft.com/office/officeart/2005/8/layout/vList5"/>
    <dgm:cxn modelId="{F7297D27-CEB9-455F-AB94-A8252B2E875F}" srcId="{CFBEBABC-22AC-40EC-A83D-F49FA47FFEEB}" destId="{AF7F09FA-F2BC-4AAE-A874-3B7FBD1EF1FF}" srcOrd="2" destOrd="0" parTransId="{9AD7271F-680E-4239-B506-3F17645EE657}" sibTransId="{C1EC2415-AB6D-4E89-867E-B09F1CEB4423}"/>
    <dgm:cxn modelId="{6C8CFF2A-7C1B-496B-916B-2917B362AA29}" srcId="{E7DF26D3-DD4C-4F95-8E44-A8150C934718}" destId="{E6F7C79F-0A8F-4B98-AA62-8C2220BB526E}" srcOrd="0" destOrd="0" parTransId="{5471C91E-DD73-46D2-B687-6ACEF2AF5E2B}" sibTransId="{2562ED70-2F50-4E7B-B0C2-151E57EC5B53}"/>
    <dgm:cxn modelId="{D1B92B32-B8D9-4D0C-BD8B-A7593A10612A}" srcId="{D8B01CD8-4219-47CB-950D-9956533FBB36}" destId="{19388146-308F-4A0C-927E-F76458D44515}" srcOrd="0" destOrd="0" parTransId="{0C98C44F-2E6A-4467-9B1A-D91C6C59E797}" sibTransId="{0AA59727-7F96-4C41-9B20-A849CE2DF550}"/>
    <dgm:cxn modelId="{22F12D47-20E1-4A5E-9438-D3B87B7AE799}" srcId="{E7DF26D3-DD4C-4F95-8E44-A8150C934718}" destId="{BF37AF1E-A8B5-4436-9154-17A95EAD390A}" srcOrd="1" destOrd="0" parTransId="{D85117E1-530F-4770-8E25-B8C24F4BFC40}" sibTransId="{8C3E8C0B-3393-4A22-827D-7D6F84E32CCA}"/>
    <dgm:cxn modelId="{09C26C69-A31E-4AA5-B324-03D770E74D4B}" type="presOf" srcId="{2BCBAC4D-6434-4652-9E50-49760C44135B}" destId="{920315E1-A9F8-4C57-B4C9-206F743B5E50}" srcOrd="0" destOrd="1" presId="urn:microsoft.com/office/officeart/2005/8/layout/vList5"/>
    <dgm:cxn modelId="{21FA9470-03B8-4153-97F6-8E0607BE4535}" type="presOf" srcId="{E7DF26D3-DD4C-4F95-8E44-A8150C934718}" destId="{81CA427B-B000-4CC1-8025-5D7A4B46BBDD}" srcOrd="0" destOrd="0" presId="urn:microsoft.com/office/officeart/2005/8/layout/vList5"/>
    <dgm:cxn modelId="{E5408A71-FB93-44F8-9511-1DE292F537C2}" srcId="{CFBEBABC-22AC-40EC-A83D-F49FA47FFEEB}" destId="{E7DF26D3-DD4C-4F95-8E44-A8150C934718}" srcOrd="0" destOrd="0" parTransId="{FBE725CC-E9B8-4AA5-A5F9-954410358245}" sibTransId="{0601FA12-142A-4F86-8219-D04C6299DEE8}"/>
    <dgm:cxn modelId="{F995FB52-0043-47BC-98DA-B9F464A74B63}" type="presOf" srcId="{BF37AF1E-A8B5-4436-9154-17A95EAD390A}" destId="{CD442D9B-8D8A-467D-92FF-85CEE345C6CF}" srcOrd="0" destOrd="1" presId="urn:microsoft.com/office/officeart/2005/8/layout/vList5"/>
    <dgm:cxn modelId="{3E059173-4A8E-4D02-8D8F-619047162AEE}" type="presOf" srcId="{923FECCC-D649-4908-8E3D-43EA6BCBFE31}" destId="{2AA5E882-4BED-401E-B5EE-E08F0F4EC76B}" srcOrd="0" destOrd="1" presId="urn:microsoft.com/office/officeart/2005/8/layout/vList5"/>
    <dgm:cxn modelId="{BC39DD89-FBA7-4F6C-9780-4C1893C14C8C}" srcId="{CFBEBABC-22AC-40EC-A83D-F49FA47FFEEB}" destId="{D8B01CD8-4219-47CB-950D-9956533FBB36}" srcOrd="3" destOrd="0" parTransId="{4911D338-5384-418F-B32C-166AB2B15FD4}" sibTransId="{80C737DA-8218-44F8-9663-53FF6530A16B}"/>
    <dgm:cxn modelId="{DB9FBD8B-4494-4A24-90B9-F735C446B94A}" type="presOf" srcId="{F20BC842-EB12-459F-B704-6E4DB929F656}" destId="{B30EEE6E-AD83-4C3B-ADBF-1AC4E72E22DB}" srcOrd="0" destOrd="1" presId="urn:microsoft.com/office/officeart/2005/8/layout/vList5"/>
    <dgm:cxn modelId="{DC25A894-D30D-40E1-BF2B-17AEED488DA1}" srcId="{CD001FCB-D36A-4139-991B-84941E71A190}" destId="{923FECCC-D649-4908-8E3D-43EA6BCBFE31}" srcOrd="1" destOrd="0" parTransId="{5837B5A4-28DD-41F1-94E7-74D59BC817F3}" sibTransId="{6A05BE2A-F300-45E0-96B2-CF07FA2973E0}"/>
    <dgm:cxn modelId="{57074F99-1D4A-4754-B8F8-594E2F318356}" type="presOf" srcId="{E6F7C79F-0A8F-4B98-AA62-8C2220BB526E}" destId="{CD442D9B-8D8A-467D-92FF-85CEE345C6CF}" srcOrd="0" destOrd="0" presId="urn:microsoft.com/office/officeart/2005/8/layout/vList5"/>
    <dgm:cxn modelId="{CA2695A4-9A68-4C13-AD78-DE4CEA1E3705}" type="presOf" srcId="{19388146-308F-4A0C-927E-F76458D44515}" destId="{B30EEE6E-AD83-4C3B-ADBF-1AC4E72E22DB}" srcOrd="0" destOrd="0" presId="urn:microsoft.com/office/officeart/2005/8/layout/vList5"/>
    <dgm:cxn modelId="{FB9846BC-C866-4D9D-9E02-00106F0C20CA}" type="presOf" srcId="{D26B75E3-D7AA-4F7B-A3D2-86E6129186EC}" destId="{920315E1-A9F8-4C57-B4C9-206F743B5E50}" srcOrd="0" destOrd="0" presId="urn:microsoft.com/office/officeart/2005/8/layout/vList5"/>
    <dgm:cxn modelId="{399938CE-AF72-4A6B-A382-07B02B49E960}" srcId="{AF7F09FA-F2BC-4AAE-A874-3B7FBD1EF1FF}" destId="{D26B75E3-D7AA-4F7B-A3D2-86E6129186EC}" srcOrd="0" destOrd="0" parTransId="{113070B5-1B91-4E51-A074-CF21D8F49A33}" sibTransId="{A82457B3-7257-4C10-B023-8A8A31F6958F}"/>
    <dgm:cxn modelId="{D589B1D1-4EB9-4315-84D8-5D3AD9FDF976}" srcId="{D8B01CD8-4219-47CB-950D-9956533FBB36}" destId="{F20BC842-EB12-459F-B704-6E4DB929F656}" srcOrd="1" destOrd="0" parTransId="{C7A1A018-8004-4063-AC46-DA32B578DB57}" sibTransId="{C1252AED-C431-4D2E-8E1C-4949E34E6955}"/>
    <dgm:cxn modelId="{DA3C5CE9-EFC2-4B94-9532-0A7CBC11A510}" type="presOf" srcId="{2C1DBAF7-C407-42EA-9AAC-DF45F4147127}" destId="{2AA5E882-4BED-401E-B5EE-E08F0F4EC76B}" srcOrd="0" destOrd="0" presId="urn:microsoft.com/office/officeart/2005/8/layout/vList5"/>
    <dgm:cxn modelId="{3FC8F9F7-C7FB-4B5B-8721-49030B9DCE7A}" type="presOf" srcId="{D8B01CD8-4219-47CB-950D-9956533FBB36}" destId="{5331757C-E56D-4B74-AC81-5FFDF9B4D8F3}" srcOrd="0" destOrd="0" presId="urn:microsoft.com/office/officeart/2005/8/layout/vList5"/>
    <dgm:cxn modelId="{2B8416F8-649C-43F3-A6EE-0EDD4892F7F6}" srcId="{CFBEBABC-22AC-40EC-A83D-F49FA47FFEEB}" destId="{CD001FCB-D36A-4139-991B-84941E71A190}" srcOrd="1" destOrd="0" parTransId="{3E70194A-399E-4F45-8BDD-F7DAC620DDC4}" sibTransId="{01256A10-41D1-45E4-BF7D-0E4B30848502}"/>
    <dgm:cxn modelId="{E146250E-465D-42C4-A666-43483F73653F}" type="presParOf" srcId="{F2B9F61C-5CDB-4963-ABED-32AEA29DD604}" destId="{D73DBA1A-5D15-40B8-BBA5-822B8AD94E92}" srcOrd="0" destOrd="0" presId="urn:microsoft.com/office/officeart/2005/8/layout/vList5"/>
    <dgm:cxn modelId="{DCBCBAED-9B7A-4A85-8AF5-70737035B0DF}" type="presParOf" srcId="{D73DBA1A-5D15-40B8-BBA5-822B8AD94E92}" destId="{81CA427B-B000-4CC1-8025-5D7A4B46BBDD}" srcOrd="0" destOrd="0" presId="urn:microsoft.com/office/officeart/2005/8/layout/vList5"/>
    <dgm:cxn modelId="{8A5D638B-4098-4D34-9993-F79425A6C5A7}" type="presParOf" srcId="{D73DBA1A-5D15-40B8-BBA5-822B8AD94E92}" destId="{CD442D9B-8D8A-467D-92FF-85CEE345C6CF}" srcOrd="1" destOrd="0" presId="urn:microsoft.com/office/officeart/2005/8/layout/vList5"/>
    <dgm:cxn modelId="{309B4BE9-5CA8-4FA4-8F2C-3816B065F3C4}" type="presParOf" srcId="{F2B9F61C-5CDB-4963-ABED-32AEA29DD604}" destId="{8EED7E7A-7497-4252-92A0-449AB29537C3}" srcOrd="1" destOrd="0" presId="urn:microsoft.com/office/officeart/2005/8/layout/vList5"/>
    <dgm:cxn modelId="{9F618F9B-3689-415E-AC91-CD7EA5087CBF}" type="presParOf" srcId="{F2B9F61C-5CDB-4963-ABED-32AEA29DD604}" destId="{8049A109-8F10-4B34-B319-2BE7BCB82BC5}" srcOrd="2" destOrd="0" presId="urn:microsoft.com/office/officeart/2005/8/layout/vList5"/>
    <dgm:cxn modelId="{F180C2F3-4ABF-4D26-A2B3-B0892B609F92}" type="presParOf" srcId="{8049A109-8F10-4B34-B319-2BE7BCB82BC5}" destId="{9BD0A98D-51BC-4C09-A9E7-C3C5E103CE22}" srcOrd="0" destOrd="0" presId="urn:microsoft.com/office/officeart/2005/8/layout/vList5"/>
    <dgm:cxn modelId="{15C39EFF-581D-4D4F-AE3D-08BEC12F2DCF}" type="presParOf" srcId="{8049A109-8F10-4B34-B319-2BE7BCB82BC5}" destId="{2AA5E882-4BED-401E-B5EE-E08F0F4EC76B}" srcOrd="1" destOrd="0" presId="urn:microsoft.com/office/officeart/2005/8/layout/vList5"/>
    <dgm:cxn modelId="{65B943AD-3053-4B4E-9CCB-3C36BFECE35E}" type="presParOf" srcId="{F2B9F61C-5CDB-4963-ABED-32AEA29DD604}" destId="{1D0E82A0-6FF5-46B7-A1FB-B264DAB1E2E6}" srcOrd="3" destOrd="0" presId="urn:microsoft.com/office/officeart/2005/8/layout/vList5"/>
    <dgm:cxn modelId="{3837FDB4-32BD-4231-96BF-B67A6EA5A7A5}" type="presParOf" srcId="{F2B9F61C-5CDB-4963-ABED-32AEA29DD604}" destId="{D43B1B77-6CD2-4030-BF6F-BA067F64F0B7}" srcOrd="4" destOrd="0" presId="urn:microsoft.com/office/officeart/2005/8/layout/vList5"/>
    <dgm:cxn modelId="{15D7AFB9-0F9F-40E0-A803-C12094D59B20}" type="presParOf" srcId="{D43B1B77-6CD2-4030-BF6F-BA067F64F0B7}" destId="{5C8D2723-A26A-4D88-8F95-CF8409AF76E5}" srcOrd="0" destOrd="0" presId="urn:microsoft.com/office/officeart/2005/8/layout/vList5"/>
    <dgm:cxn modelId="{A756089A-922D-4CAB-930E-91CBD4B2A939}" type="presParOf" srcId="{D43B1B77-6CD2-4030-BF6F-BA067F64F0B7}" destId="{920315E1-A9F8-4C57-B4C9-206F743B5E50}" srcOrd="1" destOrd="0" presId="urn:microsoft.com/office/officeart/2005/8/layout/vList5"/>
    <dgm:cxn modelId="{E08A3F34-A69B-4915-B064-0655322C270A}" type="presParOf" srcId="{F2B9F61C-5CDB-4963-ABED-32AEA29DD604}" destId="{622BD513-4AFA-4EA0-8684-6BE9A2963B98}" srcOrd="5" destOrd="0" presId="urn:microsoft.com/office/officeart/2005/8/layout/vList5"/>
    <dgm:cxn modelId="{BFE5214A-74B1-4AC8-B52D-2422914BD41C}" type="presParOf" srcId="{F2B9F61C-5CDB-4963-ABED-32AEA29DD604}" destId="{B5DED4E4-3622-443C-A6F9-86AD55DE3C55}" srcOrd="6" destOrd="0" presId="urn:microsoft.com/office/officeart/2005/8/layout/vList5"/>
    <dgm:cxn modelId="{3C769BD6-D5DB-4469-AC0E-C29507AB5022}" type="presParOf" srcId="{B5DED4E4-3622-443C-A6F9-86AD55DE3C55}" destId="{5331757C-E56D-4B74-AC81-5FFDF9B4D8F3}" srcOrd="0" destOrd="0" presId="urn:microsoft.com/office/officeart/2005/8/layout/vList5"/>
    <dgm:cxn modelId="{DEB9AC00-23BA-4BEB-B0A3-0A0CFA035BD9}" type="presParOf" srcId="{B5DED4E4-3622-443C-A6F9-86AD55DE3C55}" destId="{B30EEE6E-AD83-4C3B-ADBF-1AC4E72E22D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28E0E9-3CE5-4062-A9FA-1E0AD0F09D36}">
      <dsp:nvSpPr>
        <dsp:cNvPr id="0" name=""/>
        <dsp:cNvSpPr/>
      </dsp:nvSpPr>
      <dsp:spPr>
        <a:xfrm>
          <a:off x="878" y="1414615"/>
          <a:ext cx="1143800" cy="1143800"/>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F64EF0-3CBC-4A7D-86DE-FB8508F9F6D9}">
      <dsp:nvSpPr>
        <dsp:cNvPr id="0" name=""/>
        <dsp:cNvSpPr/>
      </dsp:nvSpPr>
      <dsp:spPr>
        <a:xfrm>
          <a:off x="187078" y="2100895"/>
          <a:ext cx="1143800" cy="1143800"/>
        </a:xfrm>
        <a:prstGeom prst="roundRect">
          <a:avLst>
            <a:gd name="adj" fmla="val 10000"/>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t" anchorCtr="0">
          <a:noAutofit/>
        </a:bodyPr>
        <a:lstStyle/>
        <a:p>
          <a:pPr marL="0" lvl="0" indent="0" algn="l" defTabSz="311150">
            <a:lnSpc>
              <a:spcPct val="90000"/>
            </a:lnSpc>
            <a:spcBef>
              <a:spcPct val="0"/>
            </a:spcBef>
            <a:spcAft>
              <a:spcPct val="35000"/>
            </a:spcAft>
            <a:buNone/>
          </a:pPr>
          <a:r>
            <a:rPr lang="en-US" sz="700" b="1" kern="1200"/>
            <a:t>Confusion</a:t>
          </a:r>
        </a:p>
        <a:p>
          <a:pPr marL="0" lvl="0" indent="0" algn="l" defTabSz="311150">
            <a:lnSpc>
              <a:spcPct val="90000"/>
            </a:lnSpc>
            <a:spcBef>
              <a:spcPct val="0"/>
            </a:spcBef>
            <a:spcAft>
              <a:spcPct val="35000"/>
            </a:spcAft>
            <a:buNone/>
          </a:pPr>
          <a:r>
            <a:rPr lang="en-US" sz="700" kern="1200"/>
            <a:t>The deliverables  responsibilities split  but…</a:t>
          </a:r>
          <a:endParaRPr lang="en-AE" sz="700" kern="1200" dirty="0"/>
        </a:p>
        <a:p>
          <a:pPr marL="57150" lvl="1" indent="-57150" algn="l" defTabSz="222250">
            <a:lnSpc>
              <a:spcPct val="90000"/>
            </a:lnSpc>
            <a:spcBef>
              <a:spcPct val="0"/>
            </a:spcBef>
            <a:spcAft>
              <a:spcPct val="15000"/>
            </a:spcAft>
            <a:buChar char="•"/>
          </a:pPr>
          <a:r>
            <a:rPr lang="en-US" sz="500" b="1" kern="1200"/>
            <a:t>Not sure what to analysis- real network/ imaginary??</a:t>
          </a:r>
          <a:endParaRPr lang="en-AE" sz="500" kern="1200" dirty="0"/>
        </a:p>
        <a:p>
          <a:pPr marL="57150" lvl="1" indent="-57150" algn="l" defTabSz="222250">
            <a:lnSpc>
              <a:spcPct val="90000"/>
            </a:lnSpc>
            <a:spcBef>
              <a:spcPct val="0"/>
            </a:spcBef>
            <a:spcAft>
              <a:spcPct val="15000"/>
            </a:spcAft>
            <a:buChar char="•"/>
          </a:pPr>
          <a:r>
            <a:rPr lang="en-US" sz="500" b="1" kern="1200"/>
            <a:t>Who to do what at the beginning</a:t>
          </a:r>
          <a:endParaRPr lang="en-AE" sz="500" b="1" kern="1200" dirty="0"/>
        </a:p>
        <a:p>
          <a:pPr marL="57150" lvl="1" indent="-57150" algn="l" defTabSz="222250">
            <a:lnSpc>
              <a:spcPct val="90000"/>
            </a:lnSpc>
            <a:spcBef>
              <a:spcPct val="0"/>
            </a:spcBef>
            <a:spcAft>
              <a:spcPct val="15000"/>
            </a:spcAft>
            <a:buChar char="•"/>
          </a:pPr>
          <a:r>
            <a:rPr lang="en-US" sz="500" b="1" kern="1200"/>
            <a:t>Which AI tool and how to use</a:t>
          </a:r>
          <a:endParaRPr lang="en-AE" sz="500" b="1" kern="1200" dirty="0"/>
        </a:p>
        <a:p>
          <a:pPr marL="57150" lvl="1" indent="-57150" algn="l" defTabSz="222250">
            <a:lnSpc>
              <a:spcPct val="90000"/>
            </a:lnSpc>
            <a:spcBef>
              <a:spcPct val="0"/>
            </a:spcBef>
            <a:spcAft>
              <a:spcPct val="15000"/>
            </a:spcAft>
            <a:buChar char="•"/>
          </a:pPr>
          <a:r>
            <a:rPr lang="en-US" sz="500" b="1" kern="1200"/>
            <a:t>Each to his own “domain</a:t>
          </a:r>
          <a:endParaRPr lang="en-AE" sz="500" kern="1200" dirty="0"/>
        </a:p>
      </dsp:txBody>
      <dsp:txXfrm>
        <a:off x="220579" y="2134396"/>
        <a:ext cx="1076798" cy="1076798"/>
      </dsp:txXfrm>
    </dsp:sp>
    <dsp:sp modelId="{3C4C8F0F-C271-4113-94E6-082CBB457ACD}">
      <dsp:nvSpPr>
        <dsp:cNvPr id="0" name=""/>
        <dsp:cNvSpPr/>
      </dsp:nvSpPr>
      <dsp:spPr>
        <a:xfrm>
          <a:off x="1364999" y="1849096"/>
          <a:ext cx="220321" cy="274839"/>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AE" sz="500" kern="1200">
            <a:solidFill>
              <a:schemeClr val="tx1"/>
            </a:solidFill>
          </a:endParaRPr>
        </a:p>
      </dsp:txBody>
      <dsp:txXfrm>
        <a:off x="1364999" y="1904064"/>
        <a:ext cx="154225" cy="164903"/>
      </dsp:txXfrm>
    </dsp:sp>
    <dsp:sp modelId="{6FFFE9E0-0AAF-4BCB-8629-E7154493B1C8}">
      <dsp:nvSpPr>
        <dsp:cNvPr id="0" name=""/>
        <dsp:cNvSpPr/>
      </dsp:nvSpPr>
      <dsp:spPr>
        <a:xfrm>
          <a:off x="1774167" y="1414615"/>
          <a:ext cx="1143800" cy="1143800"/>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18BC2A-E702-4FC3-8F52-2340AA62413A}">
      <dsp:nvSpPr>
        <dsp:cNvPr id="0" name=""/>
        <dsp:cNvSpPr/>
      </dsp:nvSpPr>
      <dsp:spPr>
        <a:xfrm>
          <a:off x="1960367" y="2100895"/>
          <a:ext cx="1143800" cy="1143800"/>
        </a:xfrm>
        <a:prstGeom prst="roundRect">
          <a:avLst>
            <a:gd name="adj" fmla="val 10000"/>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t" anchorCtr="0">
          <a:noAutofit/>
        </a:bodyPr>
        <a:lstStyle/>
        <a:p>
          <a:pPr marL="0" lvl="0" indent="0" algn="l" defTabSz="311150">
            <a:lnSpc>
              <a:spcPct val="90000"/>
            </a:lnSpc>
            <a:spcBef>
              <a:spcPct val="0"/>
            </a:spcBef>
            <a:spcAft>
              <a:spcPct val="35000"/>
            </a:spcAft>
            <a:buNone/>
          </a:pPr>
          <a:r>
            <a:rPr lang="en-US" sz="700" b="1" kern="1200"/>
            <a:t>Sorting</a:t>
          </a:r>
        </a:p>
        <a:p>
          <a:pPr marL="0" lvl="0" indent="0" algn="l" defTabSz="311150">
            <a:lnSpc>
              <a:spcPct val="90000"/>
            </a:lnSpc>
            <a:spcBef>
              <a:spcPct val="0"/>
            </a:spcBef>
            <a:spcAft>
              <a:spcPct val="35000"/>
            </a:spcAft>
            <a:buNone/>
          </a:pPr>
          <a:r>
            <a:rPr lang="en-US" sz="700" kern="1200"/>
            <a:t>Division of Works</a:t>
          </a:r>
          <a:endParaRPr lang="en-AE" sz="700" kern="1200" dirty="0"/>
        </a:p>
        <a:p>
          <a:pPr marL="57150" lvl="1" indent="-57150" algn="l" defTabSz="222250">
            <a:lnSpc>
              <a:spcPct val="90000"/>
            </a:lnSpc>
            <a:spcBef>
              <a:spcPct val="0"/>
            </a:spcBef>
            <a:spcAft>
              <a:spcPct val="15000"/>
            </a:spcAft>
            <a:buChar char="•"/>
          </a:pPr>
          <a:r>
            <a:rPr lang="en-US" sz="500" b="1" kern="1200"/>
            <a:t>Each person studying the main concepts related to their own deliverables</a:t>
          </a:r>
          <a:endParaRPr lang="en-AE" sz="500" kern="1200" dirty="0"/>
        </a:p>
        <a:p>
          <a:pPr marL="57150" lvl="1" indent="-57150" algn="l" defTabSz="222250">
            <a:lnSpc>
              <a:spcPct val="90000"/>
            </a:lnSpc>
            <a:spcBef>
              <a:spcPct val="0"/>
            </a:spcBef>
            <a:spcAft>
              <a:spcPct val="15000"/>
            </a:spcAft>
            <a:buChar char="•"/>
          </a:pPr>
          <a:r>
            <a:rPr lang="en-US" sz="500" b="1" kern="1200"/>
            <a:t>Setting uo the Backlog file with task splits, deadlines and  tracking </a:t>
          </a:r>
          <a:endParaRPr lang="en-AE" sz="500" b="1" kern="1200" dirty="0"/>
        </a:p>
        <a:p>
          <a:pPr marL="57150" lvl="1" indent="-57150" algn="l" defTabSz="222250">
            <a:lnSpc>
              <a:spcPct val="90000"/>
            </a:lnSpc>
            <a:spcBef>
              <a:spcPct val="0"/>
            </a:spcBef>
            <a:spcAft>
              <a:spcPct val="15000"/>
            </a:spcAft>
            <a:buChar char="•"/>
          </a:pPr>
          <a:endParaRPr lang="en-AE" sz="500" kern="1200" dirty="0">
            <a:solidFill>
              <a:schemeClr val="tx1"/>
            </a:solidFill>
          </a:endParaRPr>
        </a:p>
      </dsp:txBody>
      <dsp:txXfrm>
        <a:off x="1993868" y="2134396"/>
        <a:ext cx="1076798" cy="1076798"/>
      </dsp:txXfrm>
    </dsp:sp>
    <dsp:sp modelId="{08ABD57E-BCE5-4ED6-8013-D64B752404FD}">
      <dsp:nvSpPr>
        <dsp:cNvPr id="0" name=""/>
        <dsp:cNvSpPr/>
      </dsp:nvSpPr>
      <dsp:spPr>
        <a:xfrm>
          <a:off x="3138289" y="1849096"/>
          <a:ext cx="220321" cy="274839"/>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AE" sz="500" kern="1200">
            <a:solidFill>
              <a:schemeClr val="tx1"/>
            </a:solidFill>
          </a:endParaRPr>
        </a:p>
      </dsp:txBody>
      <dsp:txXfrm>
        <a:off x="3138289" y="1904064"/>
        <a:ext cx="154225" cy="164903"/>
      </dsp:txXfrm>
    </dsp:sp>
    <dsp:sp modelId="{F8CA86C0-ACA8-40DD-9700-AB790B46261F}">
      <dsp:nvSpPr>
        <dsp:cNvPr id="0" name=""/>
        <dsp:cNvSpPr/>
      </dsp:nvSpPr>
      <dsp:spPr>
        <a:xfrm>
          <a:off x="3547457" y="1414615"/>
          <a:ext cx="1143800" cy="1143800"/>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6317F6-5965-4523-BFBC-49580DB203F1}">
      <dsp:nvSpPr>
        <dsp:cNvPr id="0" name=""/>
        <dsp:cNvSpPr/>
      </dsp:nvSpPr>
      <dsp:spPr>
        <a:xfrm>
          <a:off x="3733657" y="2100895"/>
          <a:ext cx="1143800" cy="1143800"/>
        </a:xfrm>
        <a:prstGeom prst="roundRect">
          <a:avLst>
            <a:gd name="adj" fmla="val 10000"/>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t" anchorCtr="0">
          <a:noAutofit/>
        </a:bodyPr>
        <a:lstStyle/>
        <a:p>
          <a:pPr marL="0" lvl="0" indent="0" algn="l" defTabSz="311150">
            <a:lnSpc>
              <a:spcPct val="90000"/>
            </a:lnSpc>
            <a:spcBef>
              <a:spcPct val="0"/>
            </a:spcBef>
            <a:spcAft>
              <a:spcPct val="35000"/>
            </a:spcAft>
            <a:buNone/>
          </a:pPr>
          <a:r>
            <a:rPr lang="en-US" sz="700" b="1" kern="1200"/>
            <a:t>Shaping</a:t>
          </a:r>
        </a:p>
        <a:p>
          <a:pPr marL="0" lvl="0" indent="0" algn="l" defTabSz="311150">
            <a:lnSpc>
              <a:spcPct val="90000"/>
            </a:lnSpc>
            <a:spcBef>
              <a:spcPct val="0"/>
            </a:spcBef>
            <a:spcAft>
              <a:spcPct val="35000"/>
            </a:spcAft>
            <a:buNone/>
          </a:pPr>
          <a:r>
            <a:rPr lang="en-US" sz="700" kern="1200"/>
            <a:t>Getting in the grooves</a:t>
          </a:r>
          <a:endParaRPr lang="en-AE" sz="700" kern="1200" dirty="0"/>
        </a:p>
        <a:p>
          <a:pPr marL="57150" lvl="1" indent="-57150" algn="l" defTabSz="222250">
            <a:lnSpc>
              <a:spcPct val="90000"/>
            </a:lnSpc>
            <a:spcBef>
              <a:spcPct val="0"/>
            </a:spcBef>
            <a:spcAft>
              <a:spcPct val="15000"/>
            </a:spcAft>
            <a:buChar char="•"/>
          </a:pPr>
          <a:r>
            <a:rPr lang="en-US" sz="500" b="1" kern="1200"/>
            <a:t>Ojas the product owner defined which type of cloud network we will analyze </a:t>
          </a:r>
          <a:endParaRPr lang="en-AE" sz="500" kern="1200" dirty="0"/>
        </a:p>
        <a:p>
          <a:pPr marL="57150" lvl="1" indent="-57150" algn="l" defTabSz="222250">
            <a:lnSpc>
              <a:spcPct val="90000"/>
            </a:lnSpc>
            <a:spcBef>
              <a:spcPct val="0"/>
            </a:spcBef>
            <a:spcAft>
              <a:spcPct val="15000"/>
            </a:spcAft>
            <a:buChar char="•"/>
          </a:pPr>
          <a:r>
            <a:rPr lang="en-US" sz="500" b="1" kern="1200"/>
            <a:t>Each researcher then aligned his research to this network.</a:t>
          </a:r>
          <a:endParaRPr lang="en-AE" sz="500" b="1" kern="1200" dirty="0"/>
        </a:p>
        <a:p>
          <a:pPr marL="57150" lvl="1" indent="-57150" algn="l" defTabSz="222250">
            <a:lnSpc>
              <a:spcPct val="90000"/>
            </a:lnSpc>
            <a:spcBef>
              <a:spcPct val="0"/>
            </a:spcBef>
            <a:spcAft>
              <a:spcPct val="15000"/>
            </a:spcAft>
            <a:buChar char="•"/>
          </a:pPr>
          <a:r>
            <a:rPr lang="en-US" sz="500" kern="1200"/>
            <a:t>Deadlines were discussed and reassessed based on the relaxation of time-line</a:t>
          </a:r>
          <a:endParaRPr lang="en-AE" sz="500" kern="1200" dirty="0"/>
        </a:p>
      </dsp:txBody>
      <dsp:txXfrm>
        <a:off x="3767158" y="2134396"/>
        <a:ext cx="1076798" cy="1076798"/>
      </dsp:txXfrm>
    </dsp:sp>
    <dsp:sp modelId="{E7A5D761-DCF9-4DAA-A78F-C07C73CDA977}">
      <dsp:nvSpPr>
        <dsp:cNvPr id="0" name=""/>
        <dsp:cNvSpPr/>
      </dsp:nvSpPr>
      <dsp:spPr>
        <a:xfrm>
          <a:off x="4911578" y="1849096"/>
          <a:ext cx="220321" cy="274839"/>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AE" sz="500" kern="1200">
            <a:solidFill>
              <a:schemeClr val="tx1"/>
            </a:solidFill>
          </a:endParaRPr>
        </a:p>
      </dsp:txBody>
      <dsp:txXfrm>
        <a:off x="4911578" y="1904064"/>
        <a:ext cx="154225" cy="164903"/>
      </dsp:txXfrm>
    </dsp:sp>
    <dsp:sp modelId="{BB86B901-6FC3-461D-91CC-DC12A7FC7A09}">
      <dsp:nvSpPr>
        <dsp:cNvPr id="0" name=""/>
        <dsp:cNvSpPr/>
      </dsp:nvSpPr>
      <dsp:spPr>
        <a:xfrm>
          <a:off x="5320746" y="1414615"/>
          <a:ext cx="1143800" cy="1143800"/>
        </a:xfrm>
        <a:prstGeom prst="roundRect">
          <a:avLst>
            <a:gd name="adj" fmla="val 10000"/>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A3A0C4-E859-4C73-ACD8-73CE8821B6DC}">
      <dsp:nvSpPr>
        <dsp:cNvPr id="0" name=""/>
        <dsp:cNvSpPr/>
      </dsp:nvSpPr>
      <dsp:spPr>
        <a:xfrm>
          <a:off x="5506946" y="2100895"/>
          <a:ext cx="1143800" cy="1143800"/>
        </a:xfrm>
        <a:prstGeom prst="roundRect">
          <a:avLst>
            <a:gd name="adj" fmla="val 10000"/>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t" anchorCtr="0">
          <a:noAutofit/>
        </a:bodyPr>
        <a:lstStyle/>
        <a:p>
          <a:pPr marL="0" lvl="0" indent="0" algn="l" defTabSz="311150">
            <a:lnSpc>
              <a:spcPct val="90000"/>
            </a:lnSpc>
            <a:spcBef>
              <a:spcPct val="0"/>
            </a:spcBef>
            <a:spcAft>
              <a:spcPct val="35000"/>
            </a:spcAft>
            <a:buNone/>
          </a:pPr>
          <a:r>
            <a:rPr lang="en-US" sz="700" b="1" kern="1200"/>
            <a:t>Conclusion</a:t>
          </a:r>
        </a:p>
        <a:p>
          <a:pPr marL="0" lvl="0" indent="0" algn="l" defTabSz="311150">
            <a:lnSpc>
              <a:spcPct val="90000"/>
            </a:lnSpc>
            <a:spcBef>
              <a:spcPct val="0"/>
            </a:spcBef>
            <a:spcAft>
              <a:spcPct val="35000"/>
            </a:spcAft>
            <a:buNone/>
          </a:pPr>
          <a:r>
            <a:rPr lang="en-AE" sz="700" kern="1200"/>
            <a:t>Finalizing</a:t>
          </a:r>
          <a:endParaRPr lang="en-AE" sz="700" kern="1200" dirty="0"/>
        </a:p>
        <a:p>
          <a:pPr marL="57150" lvl="1" indent="-57150" algn="l" defTabSz="222250">
            <a:lnSpc>
              <a:spcPct val="90000"/>
            </a:lnSpc>
            <a:spcBef>
              <a:spcPct val="0"/>
            </a:spcBef>
            <a:spcAft>
              <a:spcPct val="15000"/>
            </a:spcAft>
            <a:buChar char="•"/>
          </a:pPr>
          <a:r>
            <a:rPr lang="en-US" sz="500" b="1" kern="1200"/>
            <a:t>Each contributed his part to the original network proposed in the “Main report file”</a:t>
          </a:r>
          <a:endParaRPr lang="en-AE" sz="500" kern="1200" dirty="0"/>
        </a:p>
        <a:p>
          <a:pPr marL="57150" lvl="1" indent="-57150" algn="l" defTabSz="222250">
            <a:lnSpc>
              <a:spcPct val="90000"/>
            </a:lnSpc>
            <a:spcBef>
              <a:spcPct val="0"/>
            </a:spcBef>
            <a:spcAft>
              <a:spcPct val="15000"/>
            </a:spcAft>
            <a:buChar char="•"/>
          </a:pPr>
          <a:r>
            <a:rPr lang="en-US" sz="500" b="1" kern="1200"/>
            <a:t>The introduction, Improvement suggestions were added  based on collective research.</a:t>
          </a:r>
          <a:endParaRPr lang="en-AE" sz="500" b="1" kern="1200" dirty="0"/>
        </a:p>
        <a:p>
          <a:pPr marL="57150" lvl="1" indent="-57150" algn="l" defTabSz="222250">
            <a:lnSpc>
              <a:spcPct val="90000"/>
            </a:lnSpc>
            <a:spcBef>
              <a:spcPct val="0"/>
            </a:spcBef>
            <a:spcAft>
              <a:spcPct val="15000"/>
            </a:spcAft>
            <a:buChar char="•"/>
          </a:pPr>
          <a:r>
            <a:rPr lang="en-US" sz="500" b="1" kern="1200"/>
            <a:t>Executive summary file prepared by AI!</a:t>
          </a:r>
          <a:endParaRPr lang="en-AE" sz="500" b="1" kern="1200" dirty="0"/>
        </a:p>
      </dsp:txBody>
      <dsp:txXfrm>
        <a:off x="5540447" y="2134396"/>
        <a:ext cx="1076798" cy="10767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28E0E9-3CE5-4062-A9FA-1E0AD0F09D36}">
      <dsp:nvSpPr>
        <dsp:cNvPr id="0" name=""/>
        <dsp:cNvSpPr/>
      </dsp:nvSpPr>
      <dsp:spPr>
        <a:xfrm>
          <a:off x="973" y="802924"/>
          <a:ext cx="1267461" cy="1267461"/>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F64EF0-3CBC-4A7D-86DE-FB8508F9F6D9}">
      <dsp:nvSpPr>
        <dsp:cNvPr id="0" name=""/>
        <dsp:cNvSpPr/>
      </dsp:nvSpPr>
      <dsp:spPr>
        <a:xfrm>
          <a:off x="207304" y="1563401"/>
          <a:ext cx="1267461" cy="1267461"/>
        </a:xfrm>
        <a:prstGeom prst="roundRect">
          <a:avLst>
            <a:gd name="adj" fmla="val 10000"/>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b="1" kern="1200" dirty="0">
              <a:latin typeface="Aptos" panose="020B0004020202020204" pitchFamily="34" charset="0"/>
            </a:rPr>
            <a:t>Confusion</a:t>
          </a:r>
        </a:p>
        <a:p>
          <a:pPr marL="0" lvl="0" indent="0" algn="l" defTabSz="355600">
            <a:lnSpc>
              <a:spcPct val="90000"/>
            </a:lnSpc>
            <a:spcBef>
              <a:spcPct val="0"/>
            </a:spcBef>
            <a:spcAft>
              <a:spcPct val="35000"/>
            </a:spcAft>
            <a:buNone/>
          </a:pPr>
          <a:r>
            <a:rPr lang="en-US" sz="800" kern="1200" dirty="0">
              <a:latin typeface="Aptos" panose="020B0004020202020204" pitchFamily="34" charset="0"/>
            </a:rPr>
            <a:t>The deliverables  responsibilities split  but…</a:t>
          </a:r>
          <a:endParaRPr lang="en-AE" sz="800"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dirty="0">
              <a:latin typeface="Aptos" panose="020B0004020202020204" pitchFamily="34" charset="0"/>
            </a:rPr>
            <a:t>Not sure what to analysis- real network/ imaginary??</a:t>
          </a:r>
          <a:endParaRPr lang="en-AE" sz="600"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Who to do what at the beginning</a:t>
          </a:r>
          <a:endParaRPr lang="en-AE" sz="600" b="1"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Which AI tool and how to use</a:t>
          </a:r>
          <a:endParaRPr lang="en-AE" sz="600" b="1"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Each to his own “domain</a:t>
          </a:r>
          <a:endParaRPr lang="en-AE" sz="600" kern="1200" dirty="0">
            <a:latin typeface="Aptos" panose="020B0004020202020204" pitchFamily="34" charset="0"/>
          </a:endParaRPr>
        </a:p>
      </dsp:txBody>
      <dsp:txXfrm>
        <a:off x="244427" y="1600524"/>
        <a:ext cx="1193215" cy="1193215"/>
      </dsp:txXfrm>
    </dsp:sp>
    <dsp:sp modelId="{3C4C8F0F-C271-4113-94E6-082CBB457ACD}">
      <dsp:nvSpPr>
        <dsp:cNvPr id="0" name=""/>
        <dsp:cNvSpPr/>
      </dsp:nvSpPr>
      <dsp:spPr>
        <a:xfrm>
          <a:off x="1512576" y="1284378"/>
          <a:ext cx="244141" cy="304553"/>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AE" sz="700" kern="1200">
            <a:solidFill>
              <a:schemeClr val="tx1"/>
            </a:solidFill>
            <a:latin typeface="Aptos" panose="020B0004020202020204" pitchFamily="34" charset="0"/>
          </a:endParaRPr>
        </a:p>
      </dsp:txBody>
      <dsp:txXfrm>
        <a:off x="1512576" y="1345289"/>
        <a:ext cx="170899" cy="182731"/>
      </dsp:txXfrm>
    </dsp:sp>
    <dsp:sp modelId="{6FFFE9E0-0AAF-4BCB-8629-E7154493B1C8}">
      <dsp:nvSpPr>
        <dsp:cNvPr id="0" name=""/>
        <dsp:cNvSpPr/>
      </dsp:nvSpPr>
      <dsp:spPr>
        <a:xfrm>
          <a:off x="1965981" y="802924"/>
          <a:ext cx="1267461" cy="1267461"/>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18BC2A-E702-4FC3-8F52-2340AA62413A}">
      <dsp:nvSpPr>
        <dsp:cNvPr id="0" name=""/>
        <dsp:cNvSpPr/>
      </dsp:nvSpPr>
      <dsp:spPr>
        <a:xfrm>
          <a:off x="2172312" y="1563401"/>
          <a:ext cx="1267461" cy="1267461"/>
        </a:xfrm>
        <a:prstGeom prst="roundRect">
          <a:avLst>
            <a:gd name="adj" fmla="val 10000"/>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b="1" kern="1200">
              <a:latin typeface="Aptos" panose="020B0004020202020204" pitchFamily="34" charset="0"/>
            </a:rPr>
            <a:t>Sorting</a:t>
          </a:r>
        </a:p>
        <a:p>
          <a:pPr marL="0" lvl="0" indent="0" algn="l" defTabSz="355600">
            <a:lnSpc>
              <a:spcPct val="90000"/>
            </a:lnSpc>
            <a:spcBef>
              <a:spcPct val="0"/>
            </a:spcBef>
            <a:spcAft>
              <a:spcPct val="35000"/>
            </a:spcAft>
            <a:buNone/>
          </a:pPr>
          <a:r>
            <a:rPr lang="en-US" sz="800" kern="1200">
              <a:latin typeface="Aptos" panose="020B0004020202020204" pitchFamily="34" charset="0"/>
            </a:rPr>
            <a:t>Division of Works</a:t>
          </a:r>
          <a:endParaRPr lang="en-AE" sz="800"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Each person studying the main concepts related to their own deliverables</a:t>
          </a:r>
          <a:endParaRPr lang="en-AE" sz="600"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Setting uo the Backlog file with task splits, deadlines and  tracking </a:t>
          </a:r>
          <a:endParaRPr lang="en-AE" sz="600" b="1" kern="1200" dirty="0">
            <a:latin typeface="Aptos" panose="020B0004020202020204" pitchFamily="34" charset="0"/>
          </a:endParaRPr>
        </a:p>
        <a:p>
          <a:pPr marL="57150" lvl="1" indent="-57150" algn="l" defTabSz="266700">
            <a:lnSpc>
              <a:spcPct val="90000"/>
            </a:lnSpc>
            <a:spcBef>
              <a:spcPct val="0"/>
            </a:spcBef>
            <a:spcAft>
              <a:spcPct val="15000"/>
            </a:spcAft>
            <a:buChar char="•"/>
          </a:pPr>
          <a:endParaRPr lang="en-AE" sz="600" kern="1200" dirty="0">
            <a:solidFill>
              <a:schemeClr val="tx1"/>
            </a:solidFill>
            <a:latin typeface="Aptos" panose="020B0004020202020204" pitchFamily="34" charset="0"/>
          </a:endParaRPr>
        </a:p>
      </dsp:txBody>
      <dsp:txXfrm>
        <a:off x="2209435" y="1600524"/>
        <a:ext cx="1193215" cy="1193215"/>
      </dsp:txXfrm>
    </dsp:sp>
    <dsp:sp modelId="{08ABD57E-BCE5-4ED6-8013-D64B752404FD}">
      <dsp:nvSpPr>
        <dsp:cNvPr id="0" name=""/>
        <dsp:cNvSpPr/>
      </dsp:nvSpPr>
      <dsp:spPr>
        <a:xfrm>
          <a:off x="3477584" y="1284378"/>
          <a:ext cx="244141" cy="304553"/>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AE" sz="700" kern="1200">
            <a:solidFill>
              <a:schemeClr val="tx1"/>
            </a:solidFill>
            <a:latin typeface="Aptos" panose="020B0004020202020204" pitchFamily="34" charset="0"/>
          </a:endParaRPr>
        </a:p>
      </dsp:txBody>
      <dsp:txXfrm>
        <a:off x="3477584" y="1345289"/>
        <a:ext cx="170899" cy="182731"/>
      </dsp:txXfrm>
    </dsp:sp>
    <dsp:sp modelId="{F8CA86C0-ACA8-40DD-9700-AB790B46261F}">
      <dsp:nvSpPr>
        <dsp:cNvPr id="0" name=""/>
        <dsp:cNvSpPr/>
      </dsp:nvSpPr>
      <dsp:spPr>
        <a:xfrm>
          <a:off x="3930989" y="802924"/>
          <a:ext cx="1267461" cy="1267461"/>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6317F6-5965-4523-BFBC-49580DB203F1}">
      <dsp:nvSpPr>
        <dsp:cNvPr id="0" name=""/>
        <dsp:cNvSpPr/>
      </dsp:nvSpPr>
      <dsp:spPr>
        <a:xfrm>
          <a:off x="4137320" y="1563401"/>
          <a:ext cx="1267461" cy="1267461"/>
        </a:xfrm>
        <a:prstGeom prst="roundRect">
          <a:avLst>
            <a:gd name="adj" fmla="val 10000"/>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b="1" kern="1200">
              <a:latin typeface="Aptos" panose="020B0004020202020204" pitchFamily="34" charset="0"/>
            </a:rPr>
            <a:t>Shaping</a:t>
          </a:r>
        </a:p>
        <a:p>
          <a:pPr marL="0" lvl="0" indent="0" algn="l" defTabSz="355600">
            <a:lnSpc>
              <a:spcPct val="90000"/>
            </a:lnSpc>
            <a:spcBef>
              <a:spcPct val="0"/>
            </a:spcBef>
            <a:spcAft>
              <a:spcPct val="35000"/>
            </a:spcAft>
            <a:buNone/>
          </a:pPr>
          <a:r>
            <a:rPr lang="en-US" sz="800" kern="1200">
              <a:latin typeface="Aptos" panose="020B0004020202020204" pitchFamily="34" charset="0"/>
            </a:rPr>
            <a:t>Getting in the grooves</a:t>
          </a:r>
          <a:endParaRPr lang="en-AE" sz="800"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Ojas the product owner defined which type of cloud network we will analyze </a:t>
          </a:r>
          <a:endParaRPr lang="en-AE" sz="600"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Each researcher then aligned his research to this network.</a:t>
          </a:r>
          <a:endParaRPr lang="en-AE" sz="600" b="1"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kern="1200">
              <a:latin typeface="Aptos" panose="020B0004020202020204" pitchFamily="34" charset="0"/>
            </a:rPr>
            <a:t>Deadlines were discussed and reassessed based on the relaxation of time-line</a:t>
          </a:r>
          <a:endParaRPr lang="en-AE" sz="600" kern="1200" dirty="0">
            <a:latin typeface="Aptos" panose="020B0004020202020204" pitchFamily="34" charset="0"/>
          </a:endParaRPr>
        </a:p>
      </dsp:txBody>
      <dsp:txXfrm>
        <a:off x="4174443" y="1600524"/>
        <a:ext cx="1193215" cy="1193215"/>
      </dsp:txXfrm>
    </dsp:sp>
    <dsp:sp modelId="{E7A5D761-DCF9-4DAA-A78F-C07C73CDA977}">
      <dsp:nvSpPr>
        <dsp:cNvPr id="0" name=""/>
        <dsp:cNvSpPr/>
      </dsp:nvSpPr>
      <dsp:spPr>
        <a:xfrm>
          <a:off x="5442591" y="1284378"/>
          <a:ext cx="244141" cy="304553"/>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AE" sz="700" kern="1200">
            <a:solidFill>
              <a:schemeClr val="tx1"/>
            </a:solidFill>
            <a:latin typeface="Aptos" panose="020B0004020202020204" pitchFamily="34" charset="0"/>
          </a:endParaRPr>
        </a:p>
      </dsp:txBody>
      <dsp:txXfrm>
        <a:off x="5442591" y="1345289"/>
        <a:ext cx="170899" cy="182731"/>
      </dsp:txXfrm>
    </dsp:sp>
    <dsp:sp modelId="{BB86B901-6FC3-461D-91CC-DC12A7FC7A09}">
      <dsp:nvSpPr>
        <dsp:cNvPr id="0" name=""/>
        <dsp:cNvSpPr/>
      </dsp:nvSpPr>
      <dsp:spPr>
        <a:xfrm>
          <a:off x="5895996" y="802924"/>
          <a:ext cx="1267461" cy="1267461"/>
        </a:xfrm>
        <a:prstGeom prst="roundRect">
          <a:avLst>
            <a:gd name="adj" fmla="val 10000"/>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A3A0C4-E859-4C73-ACD8-73CE8821B6DC}">
      <dsp:nvSpPr>
        <dsp:cNvPr id="0" name=""/>
        <dsp:cNvSpPr/>
      </dsp:nvSpPr>
      <dsp:spPr>
        <a:xfrm>
          <a:off x="6102327" y="1563401"/>
          <a:ext cx="1267461" cy="1267461"/>
        </a:xfrm>
        <a:prstGeom prst="roundRect">
          <a:avLst>
            <a:gd name="adj" fmla="val 10000"/>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b="1" kern="1200">
              <a:latin typeface="Aptos" panose="020B0004020202020204" pitchFamily="34" charset="0"/>
            </a:rPr>
            <a:t>Conclusion</a:t>
          </a:r>
        </a:p>
        <a:p>
          <a:pPr marL="0" lvl="0" indent="0" algn="l" defTabSz="355600">
            <a:lnSpc>
              <a:spcPct val="90000"/>
            </a:lnSpc>
            <a:spcBef>
              <a:spcPct val="0"/>
            </a:spcBef>
            <a:spcAft>
              <a:spcPct val="35000"/>
            </a:spcAft>
            <a:buNone/>
          </a:pPr>
          <a:r>
            <a:rPr lang="en-AE" sz="800" kern="1200">
              <a:latin typeface="Aptos" panose="020B0004020202020204" pitchFamily="34" charset="0"/>
            </a:rPr>
            <a:t>Finalizing</a:t>
          </a:r>
          <a:endParaRPr lang="en-AE" sz="800"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Each contributed his part to the original network proposed in the “Main report file”</a:t>
          </a:r>
          <a:endParaRPr lang="en-AE" sz="600"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The introduction, Improvement suggestions were added  based on collective research.</a:t>
          </a:r>
          <a:endParaRPr lang="en-AE" sz="600" b="1" kern="1200" dirty="0">
            <a:latin typeface="Aptos" panose="020B0004020202020204" pitchFamily="34" charset="0"/>
          </a:endParaRPr>
        </a:p>
        <a:p>
          <a:pPr marL="57150" lvl="1" indent="-57150" algn="l" defTabSz="266700">
            <a:lnSpc>
              <a:spcPct val="90000"/>
            </a:lnSpc>
            <a:spcBef>
              <a:spcPct val="0"/>
            </a:spcBef>
            <a:spcAft>
              <a:spcPct val="15000"/>
            </a:spcAft>
            <a:buChar char="•"/>
          </a:pPr>
          <a:r>
            <a:rPr lang="en-US" sz="600" b="1" kern="1200">
              <a:latin typeface="Aptos" panose="020B0004020202020204" pitchFamily="34" charset="0"/>
            </a:rPr>
            <a:t>Executive summary file prepared by AI!</a:t>
          </a:r>
          <a:endParaRPr lang="en-AE" sz="600" b="1" kern="1200" dirty="0">
            <a:latin typeface="Aptos" panose="020B0004020202020204" pitchFamily="34" charset="0"/>
          </a:endParaRPr>
        </a:p>
      </dsp:txBody>
      <dsp:txXfrm>
        <a:off x="6139450" y="1600524"/>
        <a:ext cx="1193215" cy="11932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442D9B-8D8A-467D-92FF-85CEE345C6CF}">
      <dsp:nvSpPr>
        <dsp:cNvPr id="0" name=""/>
        <dsp:cNvSpPr/>
      </dsp:nvSpPr>
      <dsp:spPr>
        <a:xfrm rot="5400000">
          <a:off x="7150472" y="-3090397"/>
          <a:ext cx="699787" cy="7059168"/>
        </a:xfrm>
        <a:prstGeom prst="round2SameRect">
          <a:avLst/>
        </a:prstGeom>
        <a:solidFill>
          <a:schemeClr val="accent6">
            <a:alpha val="90000"/>
            <a:tint val="40000"/>
            <a:hueOff val="0"/>
            <a:satOff val="0"/>
            <a:lumOff val="0"/>
            <a:alphaOff val="0"/>
          </a:schemeClr>
        </a:solidFill>
        <a:ln w="22225" cap="rnd"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None/>
          </a:pPr>
          <a:r>
            <a:rPr lang="en-US" sz="1300" b="1" kern="1200" dirty="0">
              <a:latin typeface="Aptos" panose="020B0004020202020204" pitchFamily="34" charset="0"/>
            </a:rPr>
            <a:t>Capital One AWS Breach (2019)</a:t>
          </a:r>
          <a:endParaRPr lang="en-AE" sz="1300" b="1" kern="1200" dirty="0">
            <a:latin typeface="Aptos" panose="020B0004020202020204" pitchFamily="34" charset="0"/>
          </a:endParaRPr>
        </a:p>
        <a:p>
          <a:pPr marL="114300" lvl="1" indent="-114300" algn="l" defTabSz="577850">
            <a:lnSpc>
              <a:spcPct val="90000"/>
            </a:lnSpc>
            <a:spcBef>
              <a:spcPct val="0"/>
            </a:spcBef>
            <a:spcAft>
              <a:spcPct val="15000"/>
            </a:spcAft>
            <a:buChar char="•"/>
          </a:pPr>
          <a:r>
            <a:rPr lang="en-US" sz="1300" kern="1200" dirty="0">
              <a:latin typeface="Aptos" panose="020B0004020202020204" pitchFamily="34" charset="0"/>
            </a:rPr>
            <a:t>A Web Application Firewall (WAF) </a:t>
          </a:r>
          <a:r>
            <a:rPr lang="en-US" sz="1300" b="1" kern="1200" dirty="0">
              <a:latin typeface="Aptos" panose="020B0004020202020204" pitchFamily="34" charset="0"/>
            </a:rPr>
            <a:t>misconfiguration</a:t>
          </a:r>
          <a:r>
            <a:rPr lang="en-US" sz="1300" kern="1200" dirty="0">
              <a:latin typeface="Aptos" panose="020B0004020202020204" pitchFamily="34" charset="0"/>
            </a:rPr>
            <a:t> enabled an </a:t>
          </a:r>
          <a:r>
            <a:rPr lang="en-US" sz="1300" kern="1200" dirty="0" err="1">
              <a:latin typeface="Aptos" panose="020B0004020202020204" pitchFamily="34" charset="0"/>
            </a:rPr>
            <a:t>ServerS</a:t>
          </a:r>
          <a:r>
            <a:rPr lang="en-US" sz="1300" kern="1200" dirty="0">
              <a:latin typeface="Aptos" panose="020B0004020202020204" pitchFamily="34" charset="0"/>
            </a:rPr>
            <a:t> ide Request Forgery (SSRF) attack, exposing sensitive data from the public-facing tier.</a:t>
          </a:r>
          <a:endParaRPr lang="en-AE" sz="1300" kern="1200" dirty="0">
            <a:latin typeface="Aptos" panose="020B0004020202020204" pitchFamily="34" charset="0"/>
          </a:endParaRPr>
        </a:p>
      </dsp:txBody>
      <dsp:txXfrm rot="-5400000">
        <a:off x="3970782" y="123454"/>
        <a:ext cx="7025007" cy="631465"/>
      </dsp:txXfrm>
    </dsp:sp>
    <dsp:sp modelId="{81CA427B-B000-4CC1-8025-5D7A4B46BBDD}">
      <dsp:nvSpPr>
        <dsp:cNvPr id="0" name=""/>
        <dsp:cNvSpPr/>
      </dsp:nvSpPr>
      <dsp:spPr>
        <a:xfrm>
          <a:off x="0" y="1818"/>
          <a:ext cx="3970782" cy="874734"/>
        </a:xfrm>
        <a:prstGeom prst="round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Aptos" panose="020B0004020202020204" pitchFamily="34" charset="0"/>
            </a:rPr>
            <a:t>Web Tier </a:t>
          </a:r>
        </a:p>
        <a:p>
          <a:pPr marL="0" lvl="0" indent="0" algn="ctr" defTabSz="933450">
            <a:lnSpc>
              <a:spcPct val="90000"/>
            </a:lnSpc>
            <a:spcBef>
              <a:spcPct val="0"/>
            </a:spcBef>
            <a:spcAft>
              <a:spcPct val="35000"/>
            </a:spcAft>
            <a:buNone/>
          </a:pPr>
          <a:r>
            <a:rPr lang="en-US" sz="2100" kern="1200" dirty="0">
              <a:latin typeface="Aptos" panose="020B0004020202020204" pitchFamily="34" charset="0"/>
            </a:rPr>
            <a:t>(Public Subnets)</a:t>
          </a:r>
          <a:endParaRPr lang="en-AE" sz="2100" kern="1200" dirty="0">
            <a:latin typeface="Aptos" panose="020B0004020202020204" pitchFamily="34" charset="0"/>
          </a:endParaRPr>
        </a:p>
      </dsp:txBody>
      <dsp:txXfrm>
        <a:off x="42701" y="44519"/>
        <a:ext cx="3885380" cy="789332"/>
      </dsp:txXfrm>
    </dsp:sp>
    <dsp:sp modelId="{2AA5E882-4BED-401E-B5EE-E08F0F4EC76B}">
      <dsp:nvSpPr>
        <dsp:cNvPr id="0" name=""/>
        <dsp:cNvSpPr/>
      </dsp:nvSpPr>
      <dsp:spPr>
        <a:xfrm rot="5400000">
          <a:off x="7150472" y="-2171926"/>
          <a:ext cx="699787" cy="7059168"/>
        </a:xfrm>
        <a:prstGeom prst="round2SameRect">
          <a:avLst/>
        </a:prstGeom>
        <a:solidFill>
          <a:schemeClr val="accent6">
            <a:alpha val="90000"/>
            <a:tint val="40000"/>
            <a:hueOff val="0"/>
            <a:satOff val="0"/>
            <a:lumOff val="0"/>
            <a:alphaOff val="0"/>
          </a:schemeClr>
        </a:solidFill>
        <a:ln w="22225" cap="rnd"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None/>
          </a:pPr>
          <a:r>
            <a:rPr lang="en-US" sz="1300" b="1" kern="1200" dirty="0">
              <a:latin typeface="Aptos" panose="020B0004020202020204" pitchFamily="34" charset="0"/>
            </a:rPr>
            <a:t>Tesla Kubernetes Console Exposure (2018)</a:t>
          </a:r>
          <a:endParaRPr lang="en-AE" sz="1300" b="1" kern="1200" dirty="0">
            <a:latin typeface="Aptos" panose="020B0004020202020204" pitchFamily="34" charset="0"/>
          </a:endParaRPr>
        </a:p>
        <a:p>
          <a:pPr marL="114300" lvl="1" indent="-114300" algn="l" defTabSz="577850">
            <a:lnSpc>
              <a:spcPct val="90000"/>
            </a:lnSpc>
            <a:spcBef>
              <a:spcPct val="0"/>
            </a:spcBef>
            <a:spcAft>
              <a:spcPct val="15000"/>
            </a:spcAft>
            <a:buChar char="•"/>
          </a:pPr>
          <a:r>
            <a:rPr lang="en-US" sz="1300" kern="1200" dirty="0">
              <a:latin typeface="Aptos" panose="020B0004020202020204" pitchFamily="34" charset="0"/>
            </a:rPr>
            <a:t>An unsecured Kubernetes admin console in a private subnet allowed attackers to deploy cryptojacking workloads and move laterally into Tesla’s application tier.</a:t>
          </a:r>
          <a:endParaRPr lang="en-AE" sz="1300" kern="1200" dirty="0">
            <a:latin typeface="Aptos" panose="020B0004020202020204" pitchFamily="34" charset="0"/>
          </a:endParaRPr>
        </a:p>
      </dsp:txBody>
      <dsp:txXfrm rot="-5400000">
        <a:off x="3970782" y="1041925"/>
        <a:ext cx="7025007" cy="631465"/>
      </dsp:txXfrm>
    </dsp:sp>
    <dsp:sp modelId="{9BD0A98D-51BC-4C09-A9E7-C3C5E103CE22}">
      <dsp:nvSpPr>
        <dsp:cNvPr id="0" name=""/>
        <dsp:cNvSpPr/>
      </dsp:nvSpPr>
      <dsp:spPr>
        <a:xfrm>
          <a:off x="0" y="920290"/>
          <a:ext cx="3970782" cy="874734"/>
        </a:xfrm>
        <a:prstGeom prst="round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Aptos" panose="020B0004020202020204" pitchFamily="34" charset="0"/>
            </a:rPr>
            <a:t>App Tier </a:t>
          </a:r>
        </a:p>
        <a:p>
          <a:pPr marL="0" lvl="0" indent="0" algn="ctr" defTabSz="933450">
            <a:lnSpc>
              <a:spcPct val="90000"/>
            </a:lnSpc>
            <a:spcBef>
              <a:spcPct val="0"/>
            </a:spcBef>
            <a:spcAft>
              <a:spcPct val="35000"/>
            </a:spcAft>
            <a:buNone/>
          </a:pPr>
          <a:r>
            <a:rPr lang="en-US" sz="2100" kern="1200" dirty="0">
              <a:latin typeface="Aptos" panose="020B0004020202020204" pitchFamily="34" charset="0"/>
            </a:rPr>
            <a:t>(Private Subnets)</a:t>
          </a:r>
          <a:endParaRPr lang="en-AE" sz="2100" kern="1200" dirty="0">
            <a:latin typeface="Aptos" panose="020B0004020202020204" pitchFamily="34" charset="0"/>
          </a:endParaRPr>
        </a:p>
      </dsp:txBody>
      <dsp:txXfrm>
        <a:off x="42701" y="962991"/>
        <a:ext cx="3885380" cy="789332"/>
      </dsp:txXfrm>
    </dsp:sp>
    <dsp:sp modelId="{920315E1-A9F8-4C57-B4C9-206F743B5E50}">
      <dsp:nvSpPr>
        <dsp:cNvPr id="0" name=""/>
        <dsp:cNvSpPr/>
      </dsp:nvSpPr>
      <dsp:spPr>
        <a:xfrm rot="5400000">
          <a:off x="7150472" y="-1253454"/>
          <a:ext cx="699787" cy="7059168"/>
        </a:xfrm>
        <a:prstGeom prst="round2SameRect">
          <a:avLst/>
        </a:prstGeom>
        <a:solidFill>
          <a:schemeClr val="accent6">
            <a:alpha val="90000"/>
            <a:tint val="40000"/>
            <a:hueOff val="0"/>
            <a:satOff val="0"/>
            <a:lumOff val="0"/>
            <a:alphaOff val="0"/>
          </a:schemeClr>
        </a:solidFill>
        <a:ln w="22225" cap="rnd"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0" lvl="0" indent="0" algn="l" defTabSz="977900">
            <a:lnSpc>
              <a:spcPct val="90000"/>
            </a:lnSpc>
            <a:spcBef>
              <a:spcPct val="0"/>
            </a:spcBef>
            <a:spcAft>
              <a:spcPct val="35000"/>
            </a:spcAft>
            <a:buNone/>
          </a:pPr>
          <a:r>
            <a:rPr lang="en-AE" sz="1200" b="1" kern="1200" dirty="0"/>
            <a:t>MongoDB Cloud Exposures (2017)</a:t>
          </a:r>
          <a:endParaRPr lang="en-AE" sz="1200" kern="1200" dirty="0">
            <a:solidFill>
              <a:prstClr val="black">
                <a:hueOff val="0"/>
                <a:satOff val="0"/>
                <a:lumOff val="0"/>
                <a:alphaOff val="0"/>
              </a:prstClr>
            </a:solidFill>
            <a:latin typeface="Aptos" panose="020B0004020202020204" pitchFamily="34" charset="0"/>
            <a:ea typeface="+mn-ea"/>
            <a:cs typeface="+mn-cs"/>
          </a:endParaRPr>
        </a:p>
        <a:p>
          <a:pPr marL="0" lvl="0" indent="0" algn="l" defTabSz="977900">
            <a:lnSpc>
              <a:spcPct val="90000"/>
            </a:lnSpc>
            <a:spcBef>
              <a:spcPct val="0"/>
            </a:spcBef>
            <a:spcAft>
              <a:spcPct val="35000"/>
            </a:spcAft>
            <a:buFont typeface="Arial" panose="020B0604020202020204" pitchFamily="34" charset="0"/>
            <a:buChar char="•"/>
          </a:pPr>
          <a:r>
            <a:rPr lang="en-US" sz="1200" kern="1200" dirty="0">
              <a:solidFill>
                <a:prstClr val="black">
                  <a:hueOff val="0"/>
                  <a:satOff val="0"/>
                  <a:lumOff val="0"/>
                  <a:alphaOff val="0"/>
                </a:prstClr>
              </a:solidFill>
              <a:latin typeface="Aptos" panose="020B0004020202020204" pitchFamily="34" charset="0"/>
              <a:ea typeface="+mn-ea"/>
              <a:cs typeface="+mn-cs"/>
            </a:rPr>
            <a:t>The exposure of thousands of misconfigured MongoDB instances within cloud VPCs resulted in large-scale data theft and widespread ransom extortion</a:t>
          </a:r>
          <a:endParaRPr lang="en-AE" sz="1200" kern="1200" dirty="0">
            <a:solidFill>
              <a:prstClr val="black">
                <a:hueOff val="0"/>
                <a:satOff val="0"/>
                <a:lumOff val="0"/>
                <a:alphaOff val="0"/>
              </a:prstClr>
            </a:solidFill>
            <a:latin typeface="Aptos" panose="020B0004020202020204" pitchFamily="34" charset="0"/>
            <a:ea typeface="+mn-ea"/>
            <a:cs typeface="+mn-cs"/>
          </a:endParaRPr>
        </a:p>
      </dsp:txBody>
      <dsp:txXfrm rot="-5400000">
        <a:off x="3970782" y="1960397"/>
        <a:ext cx="7025007" cy="631465"/>
      </dsp:txXfrm>
    </dsp:sp>
    <dsp:sp modelId="{5C8D2723-A26A-4D88-8F95-CF8409AF76E5}">
      <dsp:nvSpPr>
        <dsp:cNvPr id="0" name=""/>
        <dsp:cNvSpPr/>
      </dsp:nvSpPr>
      <dsp:spPr>
        <a:xfrm>
          <a:off x="0" y="1838761"/>
          <a:ext cx="3970782" cy="874734"/>
        </a:xfrm>
        <a:prstGeom prst="round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AE" sz="2200" kern="1200" dirty="0">
              <a:latin typeface="Aptos" panose="020B0004020202020204" pitchFamily="34" charset="0"/>
              <a:ea typeface="+mn-ea"/>
              <a:cs typeface="+mn-cs"/>
            </a:rPr>
            <a:t>Data Tier </a:t>
          </a:r>
        </a:p>
        <a:p>
          <a:pPr marL="0" lvl="0" indent="0" algn="ctr" defTabSz="977900">
            <a:lnSpc>
              <a:spcPct val="90000"/>
            </a:lnSpc>
            <a:spcBef>
              <a:spcPct val="0"/>
            </a:spcBef>
            <a:spcAft>
              <a:spcPct val="35000"/>
            </a:spcAft>
            <a:buNone/>
          </a:pPr>
          <a:r>
            <a:rPr lang="en-AE" sz="2200" kern="1200" dirty="0">
              <a:latin typeface="Aptos" panose="020B0004020202020204" pitchFamily="34" charset="0"/>
              <a:ea typeface="+mn-ea"/>
              <a:cs typeface="+mn-cs"/>
            </a:rPr>
            <a:t>(Restricted Subnets)</a:t>
          </a:r>
        </a:p>
      </dsp:txBody>
      <dsp:txXfrm>
        <a:off x="42701" y="1881462"/>
        <a:ext cx="3885380" cy="789332"/>
      </dsp:txXfrm>
    </dsp:sp>
    <dsp:sp modelId="{B30EEE6E-AD83-4C3B-ADBF-1AC4E72E22DB}">
      <dsp:nvSpPr>
        <dsp:cNvPr id="0" name=""/>
        <dsp:cNvSpPr/>
      </dsp:nvSpPr>
      <dsp:spPr>
        <a:xfrm rot="5400000">
          <a:off x="7150472" y="-334983"/>
          <a:ext cx="699787" cy="7059168"/>
        </a:xfrm>
        <a:prstGeom prst="round2SameRect">
          <a:avLst/>
        </a:prstGeom>
        <a:solidFill>
          <a:schemeClr val="accent6">
            <a:alpha val="90000"/>
            <a:tint val="40000"/>
            <a:hueOff val="0"/>
            <a:satOff val="0"/>
            <a:lumOff val="0"/>
            <a:alphaOff val="0"/>
          </a:schemeClr>
        </a:solidFill>
        <a:ln w="22225" cap="rnd"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None/>
          </a:pPr>
          <a:r>
            <a:rPr lang="en-US" sz="1300" b="1" kern="1200" dirty="0">
              <a:latin typeface="Aptos" panose="020B0004020202020204" pitchFamily="34" charset="0"/>
            </a:rPr>
            <a:t>Verizon AWS S3 Leak (2017)</a:t>
          </a:r>
          <a:endParaRPr lang="en-AE" sz="1300" b="1" kern="1200" dirty="0">
            <a:latin typeface="Aptos" panose="020B0004020202020204" pitchFamily="34" charset="0"/>
          </a:endParaRPr>
        </a:p>
        <a:p>
          <a:pPr marL="114300" lvl="1" indent="-114300" algn="l" defTabSz="577850">
            <a:lnSpc>
              <a:spcPct val="90000"/>
            </a:lnSpc>
            <a:spcBef>
              <a:spcPct val="0"/>
            </a:spcBef>
            <a:spcAft>
              <a:spcPct val="15000"/>
            </a:spcAft>
            <a:buChar char="•"/>
          </a:pPr>
          <a:r>
            <a:rPr lang="en-US" sz="1300" kern="1200" dirty="0">
              <a:latin typeface="Aptos" panose="020B0004020202020204" pitchFamily="34" charset="0"/>
            </a:rPr>
            <a:t>Misconfigured S3 permissions enabled lateral movement from log files to sensitive customer data</a:t>
          </a:r>
          <a:endParaRPr lang="en-AE" sz="1300" kern="1200" dirty="0">
            <a:latin typeface="Aptos" panose="020B0004020202020204" pitchFamily="34" charset="0"/>
          </a:endParaRPr>
        </a:p>
      </dsp:txBody>
      <dsp:txXfrm rot="-5400000">
        <a:off x="3970782" y="2878868"/>
        <a:ext cx="7025007" cy="631465"/>
      </dsp:txXfrm>
    </dsp:sp>
    <dsp:sp modelId="{5331757C-E56D-4B74-AC81-5FFDF9B4D8F3}">
      <dsp:nvSpPr>
        <dsp:cNvPr id="0" name=""/>
        <dsp:cNvSpPr/>
      </dsp:nvSpPr>
      <dsp:spPr>
        <a:xfrm>
          <a:off x="141" y="2759052"/>
          <a:ext cx="3970782" cy="874734"/>
        </a:xfrm>
        <a:prstGeom prst="round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Aptos" panose="020B0004020202020204" pitchFamily="34" charset="0"/>
            </a:rPr>
            <a:t>Cross Tier Movement</a:t>
          </a:r>
          <a:endParaRPr lang="en-AE" sz="2100" kern="1200" dirty="0">
            <a:latin typeface="Aptos" panose="020B0004020202020204" pitchFamily="34" charset="0"/>
          </a:endParaRPr>
        </a:p>
      </dsp:txBody>
      <dsp:txXfrm>
        <a:off x="42842" y="2801753"/>
        <a:ext cx="3885380" cy="78933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2/11/2026</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2/11/2026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972850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Shubham</a:t>
            </a:r>
            <a:r>
              <a:rPr lang="en-US" dirty="0"/>
              <a:t>: We decided to select Cloud Network project as collectively we had  least domain knowledge of this topic. Since myself and Ojas have little bit back-ground I was selected as the Scrum master and Ojas as the Product Owner with all of us as responsible for one deliverable each.</a:t>
            </a:r>
          </a:p>
          <a:p>
            <a:r>
              <a:rPr lang="en-US" b="1" dirty="0"/>
              <a:t>Ojas</a:t>
            </a:r>
            <a:r>
              <a:rPr lang="en-US" dirty="0"/>
              <a:t>: As a product owner, however how do I identify which goals individual should work for in parallel? I mean- there are so many different types of cloud network and it was not clear if we have to stick to a particular network/ particular type of network. Team in the beginning started working individually either on the whole subject matter or particular deliverable in a generic way with AI tool.. There was a possibility of mismatch.</a:t>
            </a:r>
          </a:p>
          <a:p>
            <a:r>
              <a:rPr lang="en-US" b="1" dirty="0"/>
              <a:t>Sachin: </a:t>
            </a:r>
            <a:r>
              <a:rPr lang="en-US" b="0" dirty="0"/>
              <a:t>I did not have cloud network background and my previous working with AI tool was confined mostly to Copilot and here in the course it was explained beautifully how to use prompts and how to generate prompts or what are the different AI tools. For e.g. Claude may be good for research and it produced a report of 70 pages only on Network Security- but the architecture it considered was vastly different than what Ojas was considered in this draft report when we came together in standing up meeting.</a:t>
            </a:r>
          </a:p>
          <a:p>
            <a:r>
              <a:rPr lang="en-US" b="0" dirty="0"/>
              <a:t>CLICK to NEXT SECTION SORTING:</a:t>
            </a:r>
          </a:p>
          <a:p>
            <a:endParaRPr lang="en-US" b="0" dirty="0"/>
          </a:p>
          <a:p>
            <a:r>
              <a:rPr lang="en-US" b="1" dirty="0"/>
              <a:t>Shubham:  </a:t>
            </a:r>
            <a:r>
              <a:rPr lang="en-US" b="0" dirty="0"/>
              <a:t>With little bit background research done by each we re-assessed and decided to have template for our review for Standing up meeting. </a:t>
            </a:r>
          </a:p>
          <a:p>
            <a:r>
              <a:rPr lang="en-US" b="0" dirty="0"/>
              <a:t>Click for the Template.</a:t>
            </a:r>
          </a:p>
          <a:p>
            <a:r>
              <a:rPr lang="en-US" b="1" dirty="0"/>
              <a:t>Shubham: </a:t>
            </a:r>
            <a:r>
              <a:rPr lang="en-US" b="0" dirty="0"/>
              <a:t>We broadly divided the deliverables n different sub tasks and set up status as well as deadline-completion columns.</a:t>
            </a:r>
          </a:p>
          <a:p>
            <a:r>
              <a:rPr lang="en-US" b="1" dirty="0"/>
              <a:t>Click for next Stage: Shaping</a:t>
            </a:r>
          </a:p>
          <a:p>
            <a:r>
              <a:rPr lang="en-US" b="1" dirty="0"/>
              <a:t>Ojas: </a:t>
            </a:r>
            <a:r>
              <a:rPr lang="en-US" b="0" dirty="0"/>
              <a:t>I proposed we take up simplest case of a Single Cloud Network and gave a Network architecture with a review for the others. It helped others to concentrate and then do research specific to this network architecture then.</a:t>
            </a:r>
          </a:p>
          <a:p>
            <a:r>
              <a:rPr lang="en-US" b="1" dirty="0"/>
              <a:t>Shubham: </a:t>
            </a:r>
            <a:r>
              <a:rPr lang="en-US" b="0" dirty="0"/>
              <a:t>Based on the weekly feedback from </a:t>
            </a:r>
            <a:r>
              <a:rPr lang="en-US" b="0" dirty="0" err="1"/>
              <a:t>Futurense</a:t>
            </a:r>
            <a:r>
              <a:rPr lang="en-US" b="0" dirty="0"/>
              <a:t> team we also re-aligned the completion date and had daily meeting for a while to see if we are on target.</a:t>
            </a:r>
          </a:p>
          <a:p>
            <a:r>
              <a:rPr lang="en-US" b="0" dirty="0"/>
              <a:t>Click for Next section</a:t>
            </a:r>
            <a:endParaRPr lang="en-US" b="1" dirty="0"/>
          </a:p>
          <a:p>
            <a:endParaRPr lang="en-US" b="0" dirty="0"/>
          </a:p>
          <a:p>
            <a:endParaRPr lang="en-AE" dirty="0"/>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2224270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63359F2-43EF-4812-9DC0-98C0B1A40681}" type="slidenum">
              <a:rPr lang="en-US" smtClean="0"/>
              <a:t>6</a:t>
            </a:fld>
            <a:endParaRPr lang="en-US" dirty="0"/>
          </a:p>
        </p:txBody>
      </p:sp>
    </p:spTree>
    <p:extLst>
      <p:ext uri="{BB962C8B-B14F-4D97-AF65-F5344CB8AC3E}">
        <p14:creationId xmlns:p14="http://schemas.microsoft.com/office/powerpoint/2010/main" val="2753047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9AAAB-C32E-B026-A3CF-9532CE78A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FFEF3-E391-9048-ACA8-2122F0907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CBCCA-68EC-6EB4-658E-56482756A411}"/>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A785FF23-AA3B-16B8-67E8-102F2974B688}"/>
              </a:ext>
            </a:extLst>
          </p:cNvPr>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1316366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9</a:t>
            </a:fld>
            <a:endParaRPr lang="en-US" dirty="0"/>
          </a:p>
        </p:txBody>
      </p:sp>
    </p:spTree>
    <p:extLst>
      <p:ext uri="{BB962C8B-B14F-4D97-AF65-F5344CB8AC3E}">
        <p14:creationId xmlns:p14="http://schemas.microsoft.com/office/powerpoint/2010/main" val="119346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r>
              <a:rPr lang="en-US" dirty="0"/>
              <a:t>IIT ROORKI CERTIFICATE PROGRAM AI </a:t>
            </a:r>
            <a:r>
              <a:rPr lang="en-US" dirty="0" err="1"/>
              <a:t>aND</a:t>
            </a:r>
            <a:r>
              <a:rPr lang="en-US" dirty="0"/>
              <a:t> CYBER SECURITY 2025-26. Team 6</a:t>
            </a:r>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dirty="0"/>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26BD44-2224-46FF-A4E7-9C9FFE19726B}"/>
              </a:ext>
            </a:extLst>
          </p:cNvPr>
          <p:cNvSpPr>
            <a:spLocks noGrp="1"/>
          </p:cNvSpPr>
          <p:nvPr>
            <p:ph type="title"/>
          </p:nvPr>
        </p:nvSpPr>
        <p:spPr>
          <a:xfrm>
            <a:off x="457200" y="640079"/>
            <a:ext cx="3657600" cy="2100851"/>
          </a:xfrm>
        </p:spPr>
        <p:txBody>
          <a:bodyPr>
            <a:noAutofit/>
          </a:bodyPr>
          <a:lstStyle>
            <a:lvl1pPr>
              <a:defRPr/>
            </a:lvl1pPr>
          </a:lstStyle>
          <a:p>
            <a:r>
              <a:rPr lang="en-US"/>
              <a:t>Click to edit Master title style</a:t>
            </a:r>
            <a:endParaRPr lang="en-US" dirty="0"/>
          </a:p>
        </p:txBody>
      </p:sp>
      <p:sp>
        <p:nvSpPr>
          <p:cNvPr id="2" name="Content Placeholder 5">
            <a:extLst>
              <a:ext uri="{FF2B5EF4-FFF2-40B4-BE49-F238E27FC236}">
                <a16:creationId xmlns:a16="http://schemas.microsoft.com/office/drawing/2014/main" id="{FC87D77D-2EA4-028B-1ACF-E1120CE8F0E0}"/>
              </a:ext>
            </a:extLst>
          </p:cNvPr>
          <p:cNvSpPr>
            <a:spLocks noGrp="1"/>
          </p:cNvSpPr>
          <p:nvPr>
            <p:ph sz="quarter" idx="4" hasCustomPrompt="1"/>
          </p:nvPr>
        </p:nvSpPr>
        <p:spPr>
          <a:xfrm>
            <a:off x="457201" y="2862470"/>
            <a:ext cx="3657600" cy="3510898"/>
          </a:xfrm>
        </p:spPr>
        <p:txBody>
          <a:bodyPr anchor="t" anchorCtr="0">
            <a:normAutofit/>
          </a:bodyPr>
          <a:lstStyle>
            <a:lvl1pPr marL="0" indent="0">
              <a:buNone/>
              <a:defRPr/>
            </a:lvl1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CCFA45C0-9EBE-13AF-9B5D-9D5F4BF223E0}"/>
              </a:ext>
            </a:extLst>
          </p:cNvPr>
          <p:cNvSpPr>
            <a:spLocks noGrp="1"/>
          </p:cNvSpPr>
          <p:nvPr>
            <p:ph type="pic" sz="quarter" idx="13" hasCustomPrompt="1"/>
          </p:nvPr>
        </p:nvSpPr>
        <p:spPr>
          <a:xfrm>
            <a:off x="4242815" y="640080"/>
            <a:ext cx="7491984" cy="5751576"/>
          </a:xfrm>
          <a:custGeom>
            <a:avLst/>
            <a:gdLst>
              <a:gd name="connsiteX0" fmla="*/ 3800341 w 7491984"/>
              <a:gd name="connsiteY0" fmla="*/ 0 h 5751576"/>
              <a:gd name="connsiteX1" fmla="*/ 7491984 w 7491984"/>
              <a:gd name="connsiteY1" fmla="*/ 0 h 5751576"/>
              <a:gd name="connsiteX2" fmla="*/ 7491984 w 7491984"/>
              <a:gd name="connsiteY2" fmla="*/ 5751576 h 5751576"/>
              <a:gd name="connsiteX3" fmla="*/ 3800341 w 7491984"/>
              <a:gd name="connsiteY3" fmla="*/ 5751576 h 5751576"/>
              <a:gd name="connsiteX4" fmla="*/ 0 w 7491984"/>
              <a:gd name="connsiteY4" fmla="*/ 0 h 5751576"/>
              <a:gd name="connsiteX5" fmla="*/ 3696432 w 7491984"/>
              <a:gd name="connsiteY5" fmla="*/ 0 h 5751576"/>
              <a:gd name="connsiteX6" fmla="*/ 3696432 w 7491984"/>
              <a:gd name="connsiteY6" fmla="*/ 5751576 h 5751576"/>
              <a:gd name="connsiteX7" fmla="*/ 0 w 7491984"/>
              <a:gd name="connsiteY7" fmla="*/ 5751576 h 57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91984" h="5751576">
                <a:moveTo>
                  <a:pt x="3800341" y="0"/>
                </a:moveTo>
                <a:lnTo>
                  <a:pt x="7491984" y="0"/>
                </a:lnTo>
                <a:lnTo>
                  <a:pt x="7491984" y="5751576"/>
                </a:lnTo>
                <a:lnTo>
                  <a:pt x="3800341" y="5751576"/>
                </a:lnTo>
                <a:close/>
                <a:moveTo>
                  <a:pt x="0" y="0"/>
                </a:moveTo>
                <a:lnTo>
                  <a:pt x="3696432" y="0"/>
                </a:lnTo>
                <a:lnTo>
                  <a:pt x="3696432" y="5751576"/>
                </a:lnTo>
                <a:lnTo>
                  <a:pt x="0" y="5751576"/>
                </a:lnTo>
                <a:close/>
              </a:path>
            </a:pathLst>
          </a:custGeom>
          <a:solidFill>
            <a:schemeClr val="accent2"/>
          </a:solidFill>
        </p:spPr>
        <p:txBody>
          <a:bodyPr wrap="square" anchor="t" anchorCtr="0">
            <a:noAutofit/>
          </a:bodyPr>
          <a:lstStyle>
            <a:lvl1pPr marL="0" indent="0" algn="ctr">
              <a:buNone/>
              <a:defRPr/>
            </a:lvl1pPr>
          </a:lstStyle>
          <a:p>
            <a:r>
              <a:rPr lang="en-US" dirty="0"/>
              <a:t>Click to add picture</a:t>
            </a:r>
          </a:p>
        </p:txBody>
      </p:sp>
      <p:sp>
        <p:nvSpPr>
          <p:cNvPr id="9" name="Date Placeholder 8">
            <a:extLst>
              <a:ext uri="{FF2B5EF4-FFF2-40B4-BE49-F238E27FC236}">
                <a16:creationId xmlns:a16="http://schemas.microsoft.com/office/drawing/2014/main" id="{D5DDC5FA-EEDB-898F-533E-4094ADA899B9}"/>
              </a:ext>
            </a:extLst>
          </p:cNvPr>
          <p:cNvSpPr>
            <a:spLocks noGrp="1"/>
          </p:cNvSpPr>
          <p:nvPr>
            <p:ph type="dt" sz="half" idx="15"/>
          </p:nvPr>
        </p:nvSpPr>
        <p:spPr/>
        <p:txBody>
          <a:bodyPr/>
          <a:lstStyle/>
          <a:p>
            <a:r>
              <a:rPr lang="en-US" dirty="0"/>
              <a:t>2026</a:t>
            </a:r>
          </a:p>
        </p:txBody>
      </p:sp>
      <p:sp>
        <p:nvSpPr>
          <p:cNvPr id="12" name="Footer Placeholder 11">
            <a:extLst>
              <a:ext uri="{FF2B5EF4-FFF2-40B4-BE49-F238E27FC236}">
                <a16:creationId xmlns:a16="http://schemas.microsoft.com/office/drawing/2014/main" id="{E79B0359-4B55-D899-E584-A8E6B2ED9123}"/>
              </a:ext>
            </a:extLst>
          </p:cNvPr>
          <p:cNvSpPr>
            <a:spLocks noGrp="1"/>
          </p:cNvSpPr>
          <p:nvPr>
            <p:ph type="ftr" sz="quarter" idx="16"/>
          </p:nvPr>
        </p:nvSpPr>
        <p:spPr/>
        <p:txBody>
          <a:bodyPr/>
          <a:lstStyle>
            <a:lvl1pPr>
              <a:defRPr/>
            </a:lvl1pPr>
          </a:lstStyle>
          <a:p>
            <a:r>
              <a:rPr lang="en-US" dirty="0"/>
              <a:t>IIT ROORKI CERTIFICATE PROGRAM AI </a:t>
            </a:r>
            <a:r>
              <a:rPr lang="en-US" dirty="0" err="1"/>
              <a:t>aND</a:t>
            </a:r>
            <a:r>
              <a:rPr lang="en-US" dirty="0"/>
              <a:t> CYBER SECURITY 2025-26. Team 6</a:t>
            </a:r>
          </a:p>
        </p:txBody>
      </p:sp>
      <p:sp>
        <p:nvSpPr>
          <p:cNvPr id="13" name="Slide Number Placeholder 12">
            <a:extLst>
              <a:ext uri="{FF2B5EF4-FFF2-40B4-BE49-F238E27FC236}">
                <a16:creationId xmlns:a16="http://schemas.microsoft.com/office/drawing/2014/main" id="{6B916D02-76FE-EAED-CC51-A50448811F7D}"/>
              </a:ext>
            </a:extLst>
          </p:cNvPr>
          <p:cNvSpPr>
            <a:spLocks noGrp="1"/>
          </p:cNvSpPr>
          <p:nvPr>
            <p:ph type="sldNum" sz="quarter" idx="17"/>
          </p:nvPr>
        </p:nvSpPr>
        <p:spPr>
          <a:xfrm>
            <a:off x="10682289" y="6423914"/>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3417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 pictur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436882" y="629920"/>
            <a:ext cx="3606800" cy="2809240"/>
          </a:xfrm>
        </p:spPr>
        <p:txBody>
          <a:bodyPr anchor="b">
            <a:noAutofit/>
          </a:bodyPr>
          <a:lstStyle>
            <a:lvl1pPr algn="l">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436881" y="3698240"/>
            <a:ext cx="3606800" cy="2271076"/>
          </a:xfrm>
        </p:spPr>
        <p:txBody>
          <a:bodyPr anchor="t">
            <a:no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r>
              <a:rPr lang="en-US" dirty="0"/>
              <a:t>IIT ROORKI CERTIFICATE PROGRAM AI </a:t>
            </a:r>
            <a:r>
              <a:rPr lang="en-US" dirty="0" err="1"/>
              <a:t>aND</a:t>
            </a:r>
            <a:r>
              <a:rPr lang="en-US" dirty="0"/>
              <a:t> CYBER SECURITY 2025-26. Team 6</a:t>
            </a:r>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702608" y="6423914"/>
            <a:ext cx="1052510" cy="365125"/>
          </a:xfrm>
        </p:spPr>
        <p:txBody>
          <a:bodyPr/>
          <a:lstStyle/>
          <a:p>
            <a:fld id="{CBD12358-51D2-46B3-9BDE-DF29528B9454}" type="slidenum">
              <a:rPr lang="en-US" smtClean="0"/>
              <a:t>‹#›</a:t>
            </a:fld>
            <a:endParaRPr lang="en-US" dirty="0"/>
          </a:p>
        </p:txBody>
      </p:sp>
      <p:sp>
        <p:nvSpPr>
          <p:cNvPr id="9" name="Picture Placeholder 8">
            <a:extLst>
              <a:ext uri="{FF2B5EF4-FFF2-40B4-BE49-F238E27FC236}">
                <a16:creationId xmlns:a16="http://schemas.microsoft.com/office/drawing/2014/main" id="{454FD2A1-D363-7C44-2A72-54E8B397D31A}"/>
              </a:ext>
            </a:extLst>
          </p:cNvPr>
          <p:cNvSpPr>
            <a:spLocks noGrp="1"/>
          </p:cNvSpPr>
          <p:nvPr>
            <p:ph type="pic" sz="quarter" idx="13"/>
          </p:nvPr>
        </p:nvSpPr>
        <p:spPr>
          <a:xfrm>
            <a:off x="4236720" y="650240"/>
            <a:ext cx="7518398" cy="5713918"/>
          </a:xfrm>
          <a:custGeom>
            <a:avLst/>
            <a:gdLst>
              <a:gd name="connsiteX0" fmla="*/ 3806436 w 7518398"/>
              <a:gd name="connsiteY0" fmla="*/ 4479475 h 5713918"/>
              <a:gd name="connsiteX1" fmla="*/ 7518398 w 7518398"/>
              <a:gd name="connsiteY1" fmla="*/ 4479475 h 5713918"/>
              <a:gd name="connsiteX2" fmla="*/ 7518398 w 7518398"/>
              <a:gd name="connsiteY2" fmla="*/ 5713918 h 5713918"/>
              <a:gd name="connsiteX3" fmla="*/ 3806436 w 7518398"/>
              <a:gd name="connsiteY3" fmla="*/ 5713918 h 5713918"/>
              <a:gd name="connsiteX4" fmla="*/ 0 w 7518398"/>
              <a:gd name="connsiteY4" fmla="*/ 4479475 h 5713918"/>
              <a:gd name="connsiteX5" fmla="*/ 3702527 w 7518398"/>
              <a:gd name="connsiteY5" fmla="*/ 4479475 h 5713918"/>
              <a:gd name="connsiteX6" fmla="*/ 3702527 w 7518398"/>
              <a:gd name="connsiteY6" fmla="*/ 5713918 h 5713918"/>
              <a:gd name="connsiteX7" fmla="*/ 0 w 7518398"/>
              <a:gd name="connsiteY7" fmla="*/ 5713918 h 5713918"/>
              <a:gd name="connsiteX8" fmla="*/ 3806436 w 7518398"/>
              <a:gd name="connsiteY8" fmla="*/ 0 h 5713918"/>
              <a:gd name="connsiteX9" fmla="*/ 7518398 w 7518398"/>
              <a:gd name="connsiteY9" fmla="*/ 0 h 5713918"/>
              <a:gd name="connsiteX10" fmla="*/ 7518398 w 7518398"/>
              <a:gd name="connsiteY10" fmla="*/ 4379183 h 5713918"/>
              <a:gd name="connsiteX11" fmla="*/ 3806436 w 7518398"/>
              <a:gd name="connsiteY11" fmla="*/ 4379183 h 5713918"/>
              <a:gd name="connsiteX12" fmla="*/ 0 w 7518398"/>
              <a:gd name="connsiteY12" fmla="*/ 0 h 5713918"/>
              <a:gd name="connsiteX13" fmla="*/ 3702527 w 7518398"/>
              <a:gd name="connsiteY13" fmla="*/ 0 h 5713918"/>
              <a:gd name="connsiteX14" fmla="*/ 3702527 w 7518398"/>
              <a:gd name="connsiteY14" fmla="*/ 4379183 h 5713918"/>
              <a:gd name="connsiteX15" fmla="*/ 0 w 7518398"/>
              <a:gd name="connsiteY15" fmla="*/ 4379183 h 571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18398" h="5713918">
                <a:moveTo>
                  <a:pt x="3806436" y="4479475"/>
                </a:moveTo>
                <a:lnTo>
                  <a:pt x="7518398" y="4479475"/>
                </a:lnTo>
                <a:lnTo>
                  <a:pt x="7518398" y="5713918"/>
                </a:lnTo>
                <a:lnTo>
                  <a:pt x="3806436" y="5713918"/>
                </a:lnTo>
                <a:close/>
                <a:moveTo>
                  <a:pt x="0" y="4479475"/>
                </a:moveTo>
                <a:lnTo>
                  <a:pt x="3702527" y="4479475"/>
                </a:lnTo>
                <a:lnTo>
                  <a:pt x="3702527" y="5713918"/>
                </a:lnTo>
                <a:lnTo>
                  <a:pt x="0" y="5713918"/>
                </a:lnTo>
                <a:close/>
                <a:moveTo>
                  <a:pt x="3806436" y="0"/>
                </a:moveTo>
                <a:lnTo>
                  <a:pt x="7518398" y="0"/>
                </a:lnTo>
                <a:lnTo>
                  <a:pt x="7518398" y="4379183"/>
                </a:lnTo>
                <a:lnTo>
                  <a:pt x="3806436" y="4379183"/>
                </a:lnTo>
                <a:close/>
                <a:moveTo>
                  <a:pt x="0" y="0"/>
                </a:moveTo>
                <a:lnTo>
                  <a:pt x="3702527" y="0"/>
                </a:lnTo>
                <a:lnTo>
                  <a:pt x="3702527" y="4379183"/>
                </a:lnTo>
                <a:lnTo>
                  <a:pt x="0" y="4379183"/>
                </a:lnTo>
                <a:close/>
              </a:path>
            </a:pathLst>
          </a:custGeom>
          <a:solidFill>
            <a:schemeClr val="accent2"/>
          </a:solidFill>
        </p:spPr>
        <p:txBody>
          <a:bodyPr wrap="square" anchor="t">
            <a:noAutofit/>
          </a:bodyPr>
          <a:lstStyle/>
          <a:p>
            <a:r>
              <a:rPr lang="en-US"/>
              <a:t>Click icon to add picture</a:t>
            </a:r>
            <a:endParaRPr lang="en-US" dirty="0"/>
          </a:p>
        </p:txBody>
      </p:sp>
    </p:spTree>
    <p:extLst>
      <p:ext uri="{BB962C8B-B14F-4D97-AF65-F5344CB8AC3E}">
        <p14:creationId xmlns:p14="http://schemas.microsoft.com/office/powerpoint/2010/main" val="3735779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4" name="Content Placeholder 3"/>
          <p:cNvSpPr>
            <a:spLocks noGrp="1"/>
          </p:cNvSpPr>
          <p:nvPr>
            <p:ph sz="half" idx="2" hasCustomPrompt="1"/>
          </p:nvPr>
        </p:nvSpPr>
        <p:spPr>
          <a:xfrm>
            <a:off x="457200" y="2318490"/>
            <a:ext cx="737108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8E6EDC6B-B9AA-A4D9-A782-C38A0F84F63F}"/>
              </a:ext>
            </a:extLst>
          </p:cNvPr>
          <p:cNvSpPr>
            <a:spLocks noGrp="1"/>
          </p:cNvSpPr>
          <p:nvPr>
            <p:ph sz="half" idx="13" hasCustomPrompt="1"/>
          </p:nvPr>
        </p:nvSpPr>
        <p:spPr>
          <a:xfrm>
            <a:off x="7993378" y="2318490"/>
            <a:ext cx="3731262" cy="3633047"/>
          </a:xfrm>
        </p:spPr>
        <p:txBody>
          <a:bodyPr anchor="t">
            <a:normAutofit/>
          </a:bodyPr>
          <a:lstStyle>
            <a:lvl1pPr marL="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r>
              <a:rPr lang="en-US" dirty="0"/>
              <a:t>IIT ROORKI CERTIFICATE PROGRAM AI </a:t>
            </a:r>
            <a:r>
              <a:rPr lang="en-US" dirty="0" err="1"/>
              <a:t>aND</a:t>
            </a:r>
            <a:r>
              <a:rPr lang="en-US" dirty="0"/>
              <a:t> CYBER SECURITY 2025-26. Team 6</a:t>
            </a:r>
          </a:p>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6826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0F196A1-2430-4797-B656-A38302FAFF33}"/>
              </a:ext>
            </a:extLst>
          </p:cNvPr>
          <p:cNvSpPr>
            <a:spLocks noGrp="1"/>
          </p:cNvSpPr>
          <p:nvPr>
            <p:ph type="title"/>
          </p:nvPr>
        </p:nvSpPr>
        <p:spPr>
          <a:xfrm>
            <a:off x="462151" y="666984"/>
            <a:ext cx="3672970" cy="2125911"/>
          </a:xfrm>
        </p:spPr>
        <p:txBody>
          <a:bodyPr>
            <a:noAutofit/>
          </a:bodyPr>
          <a:lstStyle>
            <a:lvl1pPr algn="l">
              <a:defRPr/>
            </a:lvl1pPr>
          </a:lstStyle>
          <a:p>
            <a:r>
              <a:rPr lang="en-US" noProof="0"/>
              <a:t>Click to edit Master title style</a:t>
            </a:r>
            <a:endParaRPr lang="en-US" noProof="0" dirty="0"/>
          </a:p>
        </p:txBody>
      </p:sp>
      <p:sp>
        <p:nvSpPr>
          <p:cNvPr id="2" name="Content Placeholder 5">
            <a:extLst>
              <a:ext uri="{FF2B5EF4-FFF2-40B4-BE49-F238E27FC236}">
                <a16:creationId xmlns:a16="http://schemas.microsoft.com/office/drawing/2014/main" id="{5A0AD703-0A43-5323-CCB2-832D424EF2DB}"/>
              </a:ext>
            </a:extLst>
          </p:cNvPr>
          <p:cNvSpPr>
            <a:spLocks noGrp="1"/>
          </p:cNvSpPr>
          <p:nvPr>
            <p:ph sz="quarter" idx="4" hasCustomPrompt="1"/>
          </p:nvPr>
        </p:nvSpPr>
        <p:spPr>
          <a:xfrm>
            <a:off x="462151" y="2862479"/>
            <a:ext cx="3672970" cy="3491849"/>
          </a:xfrm>
        </p:spPr>
        <p:txBody>
          <a:bodyPr anchor="t" anchorCtr="0">
            <a:normAutofit/>
          </a:bodyPr>
          <a:lstStyle>
            <a:lvl1pPr marL="0" indent="0">
              <a:buNone/>
              <a:defRPr/>
            </a:lvl1pPr>
          </a:lstStyle>
          <a:p>
            <a:pPr lvl="0"/>
            <a:r>
              <a:rPr lang="en-US" noProof="0" dirty="0"/>
              <a:t>Click to add text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Picture Placeholder 3">
            <a:extLst>
              <a:ext uri="{FF2B5EF4-FFF2-40B4-BE49-F238E27FC236}">
                <a16:creationId xmlns:a16="http://schemas.microsoft.com/office/drawing/2014/main" id="{4627B629-9CBE-3ECF-2D88-F07AACD0374E}"/>
              </a:ext>
            </a:extLst>
          </p:cNvPr>
          <p:cNvSpPr>
            <a:spLocks noGrp="1"/>
          </p:cNvSpPr>
          <p:nvPr>
            <p:ph type="pic" sz="quarter" idx="13" hasCustomPrompt="1"/>
          </p:nvPr>
        </p:nvSpPr>
        <p:spPr>
          <a:xfrm>
            <a:off x="4231970" y="666985"/>
            <a:ext cx="7497880" cy="5687344"/>
          </a:xfrm>
          <a:custGeom>
            <a:avLst/>
            <a:gdLst>
              <a:gd name="connsiteX0" fmla="*/ 3803282 w 7497880"/>
              <a:gd name="connsiteY0" fmla="*/ 0 h 5687344"/>
              <a:gd name="connsiteX1" fmla="*/ 7497880 w 7497880"/>
              <a:gd name="connsiteY1" fmla="*/ 0 h 5687344"/>
              <a:gd name="connsiteX2" fmla="*/ 7497880 w 7497880"/>
              <a:gd name="connsiteY2" fmla="*/ 4581885 h 5687344"/>
              <a:gd name="connsiteX3" fmla="*/ 3803282 w 7497880"/>
              <a:gd name="connsiteY3" fmla="*/ 4581885 h 5687344"/>
              <a:gd name="connsiteX4" fmla="*/ 0 w 7497880"/>
              <a:gd name="connsiteY4" fmla="*/ 0 h 5687344"/>
              <a:gd name="connsiteX5" fmla="*/ 3699373 w 7497880"/>
              <a:gd name="connsiteY5" fmla="*/ 0 h 5687344"/>
              <a:gd name="connsiteX6" fmla="*/ 3699373 w 7497880"/>
              <a:gd name="connsiteY6" fmla="*/ 4581885 h 5687344"/>
              <a:gd name="connsiteX7" fmla="*/ 2 w 7497880"/>
              <a:gd name="connsiteY7" fmla="*/ 4581885 h 5687344"/>
              <a:gd name="connsiteX8" fmla="*/ 2 w 7497880"/>
              <a:gd name="connsiteY8" fmla="*/ 4679200 h 5687344"/>
              <a:gd name="connsiteX9" fmla="*/ 3699373 w 7497880"/>
              <a:gd name="connsiteY9" fmla="*/ 4679200 h 5687344"/>
              <a:gd name="connsiteX10" fmla="*/ 3699373 w 7497880"/>
              <a:gd name="connsiteY10" fmla="*/ 5679350 h 5687344"/>
              <a:gd name="connsiteX11" fmla="*/ 3803282 w 7497880"/>
              <a:gd name="connsiteY11" fmla="*/ 5679350 h 5687344"/>
              <a:gd name="connsiteX12" fmla="*/ 3803282 w 7497880"/>
              <a:gd name="connsiteY12" fmla="*/ 4679200 h 5687344"/>
              <a:gd name="connsiteX13" fmla="*/ 7497880 w 7497880"/>
              <a:gd name="connsiteY13" fmla="*/ 4679200 h 5687344"/>
              <a:gd name="connsiteX14" fmla="*/ 7497880 w 7497880"/>
              <a:gd name="connsiteY14" fmla="*/ 5687344 h 5687344"/>
              <a:gd name="connsiteX15" fmla="*/ 0 w 7497880"/>
              <a:gd name="connsiteY15" fmla="*/ 5687344 h 568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497880" h="5687344">
                <a:moveTo>
                  <a:pt x="3803282" y="0"/>
                </a:moveTo>
                <a:lnTo>
                  <a:pt x="7497880" y="0"/>
                </a:lnTo>
                <a:lnTo>
                  <a:pt x="7497880" y="4581885"/>
                </a:lnTo>
                <a:lnTo>
                  <a:pt x="3803282" y="4581885"/>
                </a:lnTo>
                <a:close/>
                <a:moveTo>
                  <a:pt x="0" y="0"/>
                </a:moveTo>
                <a:lnTo>
                  <a:pt x="3699373" y="0"/>
                </a:lnTo>
                <a:lnTo>
                  <a:pt x="3699373" y="4581885"/>
                </a:lnTo>
                <a:lnTo>
                  <a:pt x="2" y="4581885"/>
                </a:lnTo>
                <a:lnTo>
                  <a:pt x="2" y="4679200"/>
                </a:lnTo>
                <a:lnTo>
                  <a:pt x="3699373" y="4679200"/>
                </a:lnTo>
                <a:lnTo>
                  <a:pt x="3699373" y="5679350"/>
                </a:lnTo>
                <a:lnTo>
                  <a:pt x="3803282" y="5679350"/>
                </a:lnTo>
                <a:lnTo>
                  <a:pt x="3803282" y="4679200"/>
                </a:lnTo>
                <a:lnTo>
                  <a:pt x="7497880" y="4679200"/>
                </a:lnTo>
                <a:lnTo>
                  <a:pt x="7497880" y="5687344"/>
                </a:lnTo>
                <a:lnTo>
                  <a:pt x="0" y="5687344"/>
                </a:lnTo>
                <a:close/>
              </a:path>
            </a:pathLst>
          </a:custGeom>
          <a:solidFill>
            <a:schemeClr val="accent2"/>
          </a:solidFill>
        </p:spPr>
        <p:txBody>
          <a:bodyPr wrap="square" anchor="t">
            <a:noAutofit/>
          </a:bodyPr>
          <a:lstStyle>
            <a:lvl1pPr marL="0" indent="0" algn="ctr">
              <a:buNone/>
              <a:defRPr/>
            </a:lvl1pPr>
          </a:lstStyle>
          <a:p>
            <a:r>
              <a:rPr lang="en-US" noProof="0" dirty="0"/>
              <a:t>Click to add picture</a:t>
            </a:r>
          </a:p>
        </p:txBody>
      </p:sp>
      <p:sp>
        <p:nvSpPr>
          <p:cNvPr id="6" name="Date Placeholder 5">
            <a:extLst>
              <a:ext uri="{FF2B5EF4-FFF2-40B4-BE49-F238E27FC236}">
                <a16:creationId xmlns:a16="http://schemas.microsoft.com/office/drawing/2014/main" id="{90DD7D93-4C4D-E385-9F8C-40536F0BDEA2}"/>
              </a:ext>
            </a:extLst>
          </p:cNvPr>
          <p:cNvSpPr>
            <a:spLocks noGrp="1"/>
          </p:cNvSpPr>
          <p:nvPr>
            <p:ph type="dt" sz="half" idx="14"/>
          </p:nvPr>
        </p:nvSpPr>
        <p:spPr/>
        <p:txBody>
          <a:bodyPr/>
          <a:lstStyle/>
          <a:p>
            <a:r>
              <a:rPr lang="en-US" noProof="0"/>
              <a:t>20XX</a:t>
            </a:r>
            <a:endParaRPr lang="en-US" noProof="0" dirty="0"/>
          </a:p>
        </p:txBody>
      </p:sp>
      <p:sp>
        <p:nvSpPr>
          <p:cNvPr id="7" name="Footer Placeholder 6">
            <a:extLst>
              <a:ext uri="{FF2B5EF4-FFF2-40B4-BE49-F238E27FC236}">
                <a16:creationId xmlns:a16="http://schemas.microsoft.com/office/drawing/2014/main" id="{BC99FA72-244D-9DC3-C9B7-E7DAD50A01F7}"/>
              </a:ext>
            </a:extLst>
          </p:cNvPr>
          <p:cNvSpPr>
            <a:spLocks noGrp="1"/>
          </p:cNvSpPr>
          <p:nvPr>
            <p:ph type="ftr" sz="quarter" idx="15"/>
          </p:nvPr>
        </p:nvSpPr>
        <p:spPr/>
        <p:txBody>
          <a:bodyPr/>
          <a:lstStyle/>
          <a:p>
            <a:r>
              <a:rPr lang="en-US" dirty="0"/>
              <a:t>IIT ROORKI CERTIFICATE PROGRAM AI </a:t>
            </a:r>
            <a:r>
              <a:rPr lang="en-US" dirty="0" err="1"/>
              <a:t>aND</a:t>
            </a:r>
            <a:r>
              <a:rPr lang="en-US" dirty="0"/>
              <a:t> CYBER SECURITY 2025-26. Team 6</a:t>
            </a:r>
          </a:p>
        </p:txBody>
      </p:sp>
      <p:sp>
        <p:nvSpPr>
          <p:cNvPr id="8" name="Slide Number Placeholder 7">
            <a:extLst>
              <a:ext uri="{FF2B5EF4-FFF2-40B4-BE49-F238E27FC236}">
                <a16:creationId xmlns:a16="http://schemas.microsoft.com/office/drawing/2014/main" id="{725A4F6F-66FD-CDA5-7F8F-F5FD6382CFCF}"/>
              </a:ext>
            </a:extLst>
          </p:cNvPr>
          <p:cNvSpPr>
            <a:spLocks noGrp="1"/>
          </p:cNvSpPr>
          <p:nvPr>
            <p:ph type="sldNum" sz="quarter" idx="16"/>
          </p:nvPr>
        </p:nvSpPr>
        <p:spPr>
          <a:xfrm>
            <a:off x="10677340" y="6423914"/>
            <a:ext cx="1052510" cy="365125"/>
          </a:xfrm>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3289231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r>
              <a:rPr lang="en-US" dirty="0"/>
              <a:t>IIT ROORKI CERTIFICATE PROGRAM AI </a:t>
            </a:r>
            <a:r>
              <a:rPr lang="en-US" dirty="0" err="1"/>
              <a:t>aND</a:t>
            </a:r>
            <a:r>
              <a:rPr lang="en-US" dirty="0"/>
              <a:t> CYBER SECURITY 2025-26. Team 6</a:t>
            </a:r>
          </a:p>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4" r:id="rId14"/>
    <p:sldLayoutId id="2147483820" r:id="rId15"/>
    <p:sldLayoutId id="2147483822" r:id="rId16"/>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p:txBody>
          <a:bodyPr/>
          <a:lstStyle/>
          <a:p>
            <a:r>
              <a:rPr lang="en-US" dirty="0"/>
              <a:t>Project 1	: 	The cloud network: security analysis</a:t>
            </a:r>
            <a:br>
              <a:rPr lang="en-US" dirty="0"/>
            </a:br>
            <a:r>
              <a:rPr lang="en-US" sz="2400" dirty="0"/>
              <a:t>team			:	</a:t>
            </a:r>
            <a:r>
              <a:rPr lang="en-US" sz="2400" dirty="0" err="1"/>
              <a:t>rootshell</a:t>
            </a:r>
            <a:endParaRPr lang="en-US" sz="2400" dirty="0"/>
          </a:p>
        </p:txBody>
      </p:sp>
      <p:pic>
        <p:nvPicPr>
          <p:cNvPr id="10" name="Picture Placeholder 9" descr="A stethoscope on a clipboard">
            <a:extLst>
              <a:ext uri="{FF2B5EF4-FFF2-40B4-BE49-F238E27FC236}">
                <a16:creationId xmlns:a16="http://schemas.microsoft.com/office/drawing/2014/main" id="{CC4B82FA-2EA0-5319-6B9C-8D78349FCB09}"/>
              </a:ext>
            </a:extLst>
          </p:cNvPr>
          <p:cNvPicPr>
            <a:picLocks noGrp="1" noChangeAspect="1"/>
          </p:cNvPicPr>
          <p:nvPr>
            <p:ph type="pic" sz="quarter" idx="13"/>
          </p:nvPr>
        </p:nvPicPr>
        <p:blipFill rotWithShape="1">
          <a:blip r:embed="rId3"/>
          <a:srcRect t="28164" b="28164"/>
          <a:stretch/>
        </p:blipFill>
        <p:spPr/>
      </p:pic>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B23E1E4-7CB2-923B-9D41-672CB85E05DA}"/>
              </a:ext>
            </a:extLst>
          </p:cNvPr>
          <p:cNvSpPr>
            <a:spLocks noGrp="1"/>
          </p:cNvSpPr>
          <p:nvPr>
            <p:ph type="title"/>
          </p:nvPr>
        </p:nvSpPr>
        <p:spPr/>
        <p:txBody>
          <a:bodyPr/>
          <a:lstStyle/>
          <a:p>
            <a:r>
              <a:rPr lang="en-US" dirty="0"/>
              <a:t>Agenda	</a:t>
            </a:r>
          </a:p>
        </p:txBody>
      </p:sp>
      <p:sp>
        <p:nvSpPr>
          <p:cNvPr id="8" name="Content Placeholder 7">
            <a:extLst>
              <a:ext uri="{FF2B5EF4-FFF2-40B4-BE49-F238E27FC236}">
                <a16:creationId xmlns:a16="http://schemas.microsoft.com/office/drawing/2014/main" id="{1A667A9A-3428-68BE-D555-0DE1859FDF8A}"/>
              </a:ext>
            </a:extLst>
          </p:cNvPr>
          <p:cNvSpPr>
            <a:spLocks noGrp="1"/>
          </p:cNvSpPr>
          <p:nvPr>
            <p:ph sz="quarter" idx="4"/>
          </p:nvPr>
        </p:nvSpPr>
        <p:spPr>
          <a:xfrm>
            <a:off x="108856" y="2880758"/>
            <a:ext cx="4593771" cy="3510898"/>
          </a:xfrm>
        </p:spPr>
        <p:txBody>
          <a:bodyPr>
            <a:normAutofit/>
          </a:bodyPr>
          <a:lstStyle/>
          <a:p>
            <a:r>
              <a:rPr lang="en-US" sz="1600" b="1" dirty="0"/>
              <a:t>Introduction</a:t>
            </a:r>
          </a:p>
          <a:p>
            <a:r>
              <a:rPr lang="en-US" sz="1600" b="1" dirty="0"/>
              <a:t>The Project </a:t>
            </a:r>
          </a:p>
          <a:p>
            <a:pPr lvl="1">
              <a:lnSpc>
                <a:spcPct val="100000"/>
              </a:lnSpc>
            </a:pPr>
            <a:r>
              <a:rPr lang="en-US" sz="1400" dirty="0"/>
              <a:t>The Network Architecture 		OJAS</a:t>
            </a:r>
          </a:p>
          <a:p>
            <a:pPr lvl="1">
              <a:lnSpc>
                <a:spcPct val="100000"/>
              </a:lnSpc>
            </a:pPr>
            <a:r>
              <a:rPr lang="en-US" sz="1400" dirty="0"/>
              <a:t>The Vulnerabilities 			SHUBHAM</a:t>
            </a:r>
          </a:p>
          <a:p>
            <a:pPr lvl="1">
              <a:lnSpc>
                <a:spcPct val="100000"/>
              </a:lnSpc>
            </a:pPr>
            <a:r>
              <a:rPr lang="en-US" sz="1400" dirty="0"/>
              <a:t>The Threats and Case Studies	SACHIN</a:t>
            </a:r>
          </a:p>
          <a:p>
            <a:pPr lvl="1">
              <a:lnSpc>
                <a:spcPct val="100000"/>
              </a:lnSpc>
            </a:pPr>
            <a:r>
              <a:rPr lang="en-US" sz="1400" dirty="0"/>
              <a:t>Best Practices				NIGAM</a:t>
            </a:r>
          </a:p>
          <a:p>
            <a:pPr lvl="1">
              <a:lnSpc>
                <a:spcPct val="100000"/>
              </a:lnSpc>
            </a:pPr>
            <a:r>
              <a:rPr lang="en-US" sz="1400" dirty="0"/>
              <a:t>Improvements/ Suggestions  		SHUBHAM</a:t>
            </a:r>
          </a:p>
          <a:p>
            <a:pPr>
              <a:lnSpc>
                <a:spcPct val="100000"/>
              </a:lnSpc>
            </a:pPr>
            <a:r>
              <a:rPr lang="en-US" sz="1600" b="1" dirty="0"/>
              <a:t>The Project Learnings and User Stories</a:t>
            </a:r>
          </a:p>
          <a:p>
            <a:pPr lvl="1">
              <a:lnSpc>
                <a:spcPct val="100000"/>
              </a:lnSpc>
            </a:pPr>
            <a:r>
              <a:rPr lang="en-US" sz="1400" dirty="0"/>
              <a:t>Working with AI tools			SACHIN</a:t>
            </a:r>
          </a:p>
          <a:p>
            <a:endParaRPr lang="en-US" dirty="0"/>
          </a:p>
        </p:txBody>
      </p:sp>
      <p:pic>
        <p:nvPicPr>
          <p:cNvPr id="34" name="Picture Placeholder 21" descr="A close-up of a stethoscope">
            <a:extLst>
              <a:ext uri="{FF2B5EF4-FFF2-40B4-BE49-F238E27FC236}">
                <a16:creationId xmlns:a16="http://schemas.microsoft.com/office/drawing/2014/main" id="{63F55FD3-B051-BD22-347E-065B72C87E1C}"/>
              </a:ext>
            </a:extLst>
          </p:cNvPr>
          <p:cNvPicPr>
            <a:picLocks noGrp="1" noChangeAspect="1"/>
          </p:cNvPicPr>
          <p:nvPr>
            <p:ph type="pic" sz="quarter" idx="13"/>
          </p:nvPr>
        </p:nvPicPr>
        <p:blipFill>
          <a:blip r:embed="rId3"/>
          <a:srcRect l="148" r="148"/>
          <a:stretch/>
        </p:blipFill>
        <p:spPr/>
      </p:pic>
    </p:spTree>
    <p:extLst>
      <p:ext uri="{BB962C8B-B14F-4D97-AF65-F5344CB8AC3E}">
        <p14:creationId xmlns:p14="http://schemas.microsoft.com/office/powerpoint/2010/main" val="220112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ED473-EFEB-A135-C236-F992081BCBAF}"/>
              </a:ext>
            </a:extLst>
          </p:cNvPr>
          <p:cNvSpPr>
            <a:spLocks noGrp="1"/>
          </p:cNvSpPr>
          <p:nvPr>
            <p:ph type="title"/>
          </p:nvPr>
        </p:nvSpPr>
        <p:spPr/>
        <p:txBody>
          <a:bodyPr/>
          <a:lstStyle/>
          <a:p>
            <a:r>
              <a:rPr lang="en-US" dirty="0"/>
              <a:t>INTRODUCTION</a:t>
            </a:r>
            <a:endParaRPr lang="en-AE" dirty="0"/>
          </a:p>
        </p:txBody>
      </p:sp>
      <p:sp>
        <p:nvSpPr>
          <p:cNvPr id="4" name="Text Placeholder 3">
            <a:extLst>
              <a:ext uri="{FF2B5EF4-FFF2-40B4-BE49-F238E27FC236}">
                <a16:creationId xmlns:a16="http://schemas.microsoft.com/office/drawing/2014/main" id="{C49EF774-FFCA-6EFC-42A4-BA2E9A23F54E}"/>
              </a:ext>
            </a:extLst>
          </p:cNvPr>
          <p:cNvSpPr>
            <a:spLocks noGrp="1"/>
          </p:cNvSpPr>
          <p:nvPr>
            <p:ph type="body" sz="half" idx="2"/>
          </p:nvPr>
        </p:nvSpPr>
        <p:spPr/>
        <p:txBody>
          <a:bodyPr>
            <a:normAutofit/>
          </a:bodyPr>
          <a:lstStyle/>
          <a:p>
            <a:pPr marL="320040"/>
            <a:r>
              <a:rPr lang="en-US" sz="1200" dirty="0">
                <a:solidFill>
                  <a:schemeClr val="bg1"/>
                </a:solidFill>
              </a:rPr>
              <a:t>Ojas Pande: </a:t>
            </a:r>
            <a:r>
              <a:rPr lang="en-US" sz="1200" b="1" u="sng" dirty="0">
                <a:solidFill>
                  <a:schemeClr val="bg1"/>
                </a:solidFill>
              </a:rPr>
              <a:t>Scrum Master </a:t>
            </a:r>
            <a:r>
              <a:rPr lang="en-US" sz="1200" b="1" dirty="0">
                <a:solidFill>
                  <a:schemeClr val="bg1"/>
                </a:solidFill>
              </a:rPr>
              <a:t>and Network Architecture </a:t>
            </a:r>
            <a:r>
              <a:rPr lang="en-US" sz="1200" b="1" u="sng" dirty="0">
                <a:solidFill>
                  <a:schemeClr val="bg1"/>
                </a:solidFill>
              </a:rPr>
              <a:t>Researcher</a:t>
            </a:r>
            <a:r>
              <a:rPr lang="en-US" sz="1200" b="1" dirty="0">
                <a:solidFill>
                  <a:schemeClr val="bg1"/>
                </a:solidFill>
              </a:rPr>
              <a:t> </a:t>
            </a:r>
            <a:r>
              <a:rPr lang="en-US" sz="1200" dirty="0">
                <a:solidFill>
                  <a:schemeClr val="bg1"/>
                </a:solidFill>
              </a:rPr>
              <a:t>“</a:t>
            </a:r>
            <a:r>
              <a:rPr lang="en-US" sz="1200" b="1" dirty="0">
                <a:solidFill>
                  <a:schemeClr val="bg1"/>
                </a:solidFill>
              </a:rPr>
              <a:t>OJAS</a:t>
            </a:r>
            <a:r>
              <a:rPr lang="en-US" sz="1200" dirty="0">
                <a:solidFill>
                  <a:schemeClr val="bg1"/>
                </a:solidFill>
              </a:rPr>
              <a:t>”</a:t>
            </a:r>
          </a:p>
          <a:p>
            <a:pPr marL="320040"/>
            <a:r>
              <a:rPr lang="en-US" sz="1200" dirty="0">
                <a:solidFill>
                  <a:schemeClr val="bg1"/>
                </a:solidFill>
              </a:rPr>
              <a:t>Shubham Gupta</a:t>
            </a:r>
            <a:r>
              <a:rPr lang="en-US" sz="1200" b="1" dirty="0">
                <a:solidFill>
                  <a:schemeClr val="bg1"/>
                </a:solidFill>
              </a:rPr>
              <a:t>:  </a:t>
            </a:r>
            <a:r>
              <a:rPr lang="en-US" sz="1200" b="1" u="sng" dirty="0">
                <a:solidFill>
                  <a:schemeClr val="bg1"/>
                </a:solidFill>
              </a:rPr>
              <a:t>Product Owner </a:t>
            </a:r>
            <a:r>
              <a:rPr lang="en-US" sz="1200" b="1" dirty="0">
                <a:solidFill>
                  <a:schemeClr val="bg1"/>
                </a:solidFill>
              </a:rPr>
              <a:t>and Vulnerability </a:t>
            </a:r>
            <a:r>
              <a:rPr lang="en-US" sz="1200" b="1" u="sng" dirty="0">
                <a:solidFill>
                  <a:schemeClr val="bg1"/>
                </a:solidFill>
              </a:rPr>
              <a:t>Researcher</a:t>
            </a:r>
            <a:r>
              <a:rPr lang="en-US" sz="1200" b="1" dirty="0">
                <a:solidFill>
                  <a:schemeClr val="bg1"/>
                </a:solidFill>
              </a:rPr>
              <a:t>-</a:t>
            </a:r>
            <a:r>
              <a:rPr lang="en-US" sz="1200" dirty="0">
                <a:solidFill>
                  <a:schemeClr val="bg1"/>
                </a:solidFill>
              </a:rPr>
              <a:t> “</a:t>
            </a:r>
            <a:r>
              <a:rPr lang="en-US" sz="1200" b="1" dirty="0">
                <a:solidFill>
                  <a:schemeClr val="bg1"/>
                </a:solidFill>
              </a:rPr>
              <a:t>SHUBHAM”</a:t>
            </a:r>
            <a:endParaRPr lang="en-US" sz="1200" dirty="0">
              <a:solidFill>
                <a:schemeClr val="bg1"/>
              </a:solidFill>
            </a:endParaRPr>
          </a:p>
          <a:p>
            <a:pPr marL="320040"/>
            <a:r>
              <a:rPr lang="en-US" sz="1200" dirty="0" err="1">
                <a:solidFill>
                  <a:schemeClr val="bg1"/>
                </a:solidFill>
              </a:rPr>
              <a:t>Nigamananda</a:t>
            </a:r>
            <a:r>
              <a:rPr lang="en-US" sz="1200" dirty="0">
                <a:solidFill>
                  <a:schemeClr val="bg1"/>
                </a:solidFill>
              </a:rPr>
              <a:t> </a:t>
            </a:r>
            <a:r>
              <a:rPr lang="en-US" sz="1200" dirty="0" err="1">
                <a:solidFill>
                  <a:schemeClr val="bg1"/>
                </a:solidFill>
              </a:rPr>
              <a:t>Kandulal</a:t>
            </a:r>
            <a:r>
              <a:rPr lang="en-US" sz="1200" dirty="0">
                <a:solidFill>
                  <a:schemeClr val="bg1"/>
                </a:solidFill>
              </a:rPr>
              <a:t>: </a:t>
            </a:r>
            <a:r>
              <a:rPr lang="en-US" sz="1200" b="1" dirty="0">
                <a:solidFill>
                  <a:schemeClr val="bg1"/>
                </a:solidFill>
              </a:rPr>
              <a:t>Overview and Best Practice </a:t>
            </a:r>
            <a:r>
              <a:rPr lang="en-US" sz="1200" b="1" u="sng" dirty="0">
                <a:solidFill>
                  <a:schemeClr val="bg1"/>
                </a:solidFill>
              </a:rPr>
              <a:t>Researcher</a:t>
            </a:r>
            <a:r>
              <a:rPr lang="en-US" sz="1200" b="1" dirty="0">
                <a:solidFill>
                  <a:schemeClr val="bg1"/>
                </a:solidFill>
              </a:rPr>
              <a:t>- “NIGAM”</a:t>
            </a:r>
          </a:p>
          <a:p>
            <a:pPr marL="320040"/>
            <a:r>
              <a:rPr lang="en-US" sz="1200" dirty="0">
                <a:solidFill>
                  <a:schemeClr val="bg1"/>
                </a:solidFill>
              </a:rPr>
              <a:t>Sachin Wakaley</a:t>
            </a:r>
            <a:r>
              <a:rPr lang="en-US" sz="1200" b="1" dirty="0">
                <a:solidFill>
                  <a:schemeClr val="bg1"/>
                </a:solidFill>
              </a:rPr>
              <a:t>: Threat Analysis </a:t>
            </a:r>
            <a:r>
              <a:rPr lang="en-US" sz="1200" b="1" u="sng" dirty="0">
                <a:solidFill>
                  <a:schemeClr val="bg1"/>
                </a:solidFill>
              </a:rPr>
              <a:t>Researcher </a:t>
            </a:r>
            <a:r>
              <a:rPr lang="en-US" sz="1200" b="1" dirty="0">
                <a:solidFill>
                  <a:schemeClr val="bg1"/>
                </a:solidFill>
              </a:rPr>
              <a:t>–”SACHIN”</a:t>
            </a:r>
          </a:p>
          <a:p>
            <a:endParaRPr lang="en-AE" sz="1200" dirty="0">
              <a:solidFill>
                <a:schemeClr val="bg1"/>
              </a:solidFill>
            </a:endParaRPr>
          </a:p>
        </p:txBody>
      </p:sp>
      <p:graphicFrame>
        <p:nvGraphicFramePr>
          <p:cNvPr id="5" name="Content Placeholder 3">
            <a:extLst>
              <a:ext uri="{FF2B5EF4-FFF2-40B4-BE49-F238E27FC236}">
                <a16:creationId xmlns:a16="http://schemas.microsoft.com/office/drawing/2014/main" id="{A09388C7-C50B-AE1A-72C5-8B10151469BC}"/>
              </a:ext>
            </a:extLst>
          </p:cNvPr>
          <p:cNvGraphicFramePr>
            <a:graphicFrameLocks noGrp="1"/>
          </p:cNvGraphicFramePr>
          <p:nvPr>
            <p:ph idx="1"/>
            <p:extLst>
              <p:ext uri="{D42A27DB-BD31-4B8C-83A1-F6EECF244321}">
                <p14:modId xmlns:p14="http://schemas.microsoft.com/office/powerpoint/2010/main" val="791654581"/>
              </p:ext>
            </p:extLst>
          </p:nvPr>
        </p:nvGraphicFramePr>
        <p:xfrm>
          <a:off x="4900613" y="1179513"/>
          <a:ext cx="6651625" cy="46593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596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C91F0-2DD8-44DA-A73A-967E55684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16ADB-5B21-F21D-F681-EE132C0E9E93}"/>
              </a:ext>
            </a:extLst>
          </p:cNvPr>
          <p:cNvSpPr>
            <a:spLocks noGrp="1"/>
          </p:cNvSpPr>
          <p:nvPr>
            <p:ph type="title"/>
          </p:nvPr>
        </p:nvSpPr>
        <p:spPr/>
        <p:txBody>
          <a:bodyPr/>
          <a:lstStyle/>
          <a:p>
            <a:r>
              <a:rPr lang="en-US" dirty="0"/>
              <a:t>INTRODUCTION</a:t>
            </a:r>
            <a:endParaRPr lang="en-AE" dirty="0"/>
          </a:p>
        </p:txBody>
      </p:sp>
      <p:graphicFrame>
        <p:nvGraphicFramePr>
          <p:cNvPr id="5" name="Content Placeholder 3">
            <a:extLst>
              <a:ext uri="{FF2B5EF4-FFF2-40B4-BE49-F238E27FC236}">
                <a16:creationId xmlns:a16="http://schemas.microsoft.com/office/drawing/2014/main" id="{AA290B5E-2928-0085-C817-F630BEE345A0}"/>
              </a:ext>
            </a:extLst>
          </p:cNvPr>
          <p:cNvGraphicFramePr>
            <a:graphicFrameLocks noGrp="1"/>
          </p:cNvGraphicFramePr>
          <p:nvPr>
            <p:ph sz="half" idx="2"/>
            <p:extLst>
              <p:ext uri="{D42A27DB-BD31-4B8C-83A1-F6EECF244321}">
                <p14:modId xmlns:p14="http://schemas.microsoft.com/office/powerpoint/2010/main" val="2860110876"/>
              </p:ext>
            </p:extLst>
          </p:nvPr>
        </p:nvGraphicFramePr>
        <p:xfrm>
          <a:off x="457200" y="2317750"/>
          <a:ext cx="7370763" cy="36337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910D4878-77D9-9912-19F4-499124C8F6BE}"/>
              </a:ext>
            </a:extLst>
          </p:cNvPr>
          <p:cNvSpPr>
            <a:spLocks noGrp="1"/>
          </p:cNvSpPr>
          <p:nvPr>
            <p:ph sz="half" idx="13"/>
          </p:nvPr>
        </p:nvSpPr>
        <p:spPr>
          <a:ln w="28575">
            <a:solidFill>
              <a:srgbClr val="0000FF"/>
            </a:solidFill>
          </a:ln>
        </p:spPr>
        <p:txBody>
          <a:bodyPr>
            <a:normAutofit/>
          </a:bodyPr>
          <a:lstStyle/>
          <a:p>
            <a:pPr marL="320040"/>
            <a:r>
              <a:rPr lang="en-US" sz="1600" dirty="0">
                <a:solidFill>
                  <a:schemeClr val="tx1"/>
                </a:solidFill>
                <a:latin typeface="Aptos" panose="020B0004020202020204" pitchFamily="34" charset="0"/>
              </a:rPr>
              <a:t>Ojas Pande: </a:t>
            </a:r>
            <a:r>
              <a:rPr lang="en-US" sz="1600" b="1" u="sng" dirty="0">
                <a:solidFill>
                  <a:schemeClr val="tx1"/>
                </a:solidFill>
                <a:latin typeface="Aptos" panose="020B0004020202020204" pitchFamily="34" charset="0"/>
              </a:rPr>
              <a:t>Scrum Master </a:t>
            </a:r>
            <a:r>
              <a:rPr lang="en-US" sz="1600" b="1" dirty="0">
                <a:solidFill>
                  <a:schemeClr val="tx1"/>
                </a:solidFill>
                <a:latin typeface="Aptos" panose="020B0004020202020204" pitchFamily="34" charset="0"/>
              </a:rPr>
              <a:t>and Network Architecture </a:t>
            </a:r>
            <a:r>
              <a:rPr lang="en-US" sz="1600" b="1" u="sng" dirty="0">
                <a:solidFill>
                  <a:schemeClr val="tx1"/>
                </a:solidFill>
                <a:latin typeface="Aptos" panose="020B0004020202020204" pitchFamily="34" charset="0"/>
              </a:rPr>
              <a:t>Researcher</a:t>
            </a:r>
            <a:r>
              <a:rPr lang="en-US" sz="1600" b="1" dirty="0">
                <a:solidFill>
                  <a:schemeClr val="tx1"/>
                </a:solidFill>
                <a:latin typeface="Aptos" panose="020B0004020202020204" pitchFamily="34" charset="0"/>
              </a:rPr>
              <a:t> </a:t>
            </a:r>
            <a:r>
              <a:rPr lang="en-US" sz="1600" dirty="0">
                <a:solidFill>
                  <a:schemeClr val="tx1"/>
                </a:solidFill>
                <a:latin typeface="Aptos" panose="020B0004020202020204" pitchFamily="34" charset="0"/>
              </a:rPr>
              <a:t>“</a:t>
            </a:r>
            <a:r>
              <a:rPr lang="en-US" sz="1600" b="1" dirty="0">
                <a:solidFill>
                  <a:schemeClr val="tx1"/>
                </a:solidFill>
                <a:latin typeface="Aptos" panose="020B0004020202020204" pitchFamily="34" charset="0"/>
              </a:rPr>
              <a:t>OJAS</a:t>
            </a:r>
            <a:r>
              <a:rPr lang="en-US" sz="1600" dirty="0">
                <a:solidFill>
                  <a:schemeClr val="tx1"/>
                </a:solidFill>
                <a:latin typeface="Aptos" panose="020B0004020202020204" pitchFamily="34" charset="0"/>
              </a:rPr>
              <a:t>”</a:t>
            </a:r>
          </a:p>
          <a:p>
            <a:pPr marL="320040"/>
            <a:r>
              <a:rPr lang="en-US" sz="1600" dirty="0">
                <a:solidFill>
                  <a:schemeClr val="tx1"/>
                </a:solidFill>
                <a:latin typeface="Aptos" panose="020B0004020202020204" pitchFamily="34" charset="0"/>
              </a:rPr>
              <a:t>Shubham Gupta</a:t>
            </a:r>
            <a:r>
              <a:rPr lang="en-US" sz="1600" b="1" dirty="0">
                <a:solidFill>
                  <a:schemeClr val="tx1"/>
                </a:solidFill>
                <a:latin typeface="Aptos" panose="020B0004020202020204" pitchFamily="34" charset="0"/>
              </a:rPr>
              <a:t>:  </a:t>
            </a:r>
            <a:r>
              <a:rPr lang="en-US" sz="1600" b="1" u="sng" dirty="0">
                <a:solidFill>
                  <a:schemeClr val="tx1"/>
                </a:solidFill>
                <a:latin typeface="Aptos" panose="020B0004020202020204" pitchFamily="34" charset="0"/>
              </a:rPr>
              <a:t>Product Owner </a:t>
            </a:r>
            <a:r>
              <a:rPr lang="en-US" sz="1600" b="1" dirty="0">
                <a:solidFill>
                  <a:schemeClr val="tx1"/>
                </a:solidFill>
                <a:latin typeface="Aptos" panose="020B0004020202020204" pitchFamily="34" charset="0"/>
              </a:rPr>
              <a:t>and Vulnerability </a:t>
            </a:r>
            <a:r>
              <a:rPr lang="en-US" sz="1600" b="1" u="sng" dirty="0">
                <a:solidFill>
                  <a:schemeClr val="tx1"/>
                </a:solidFill>
                <a:latin typeface="Aptos" panose="020B0004020202020204" pitchFamily="34" charset="0"/>
              </a:rPr>
              <a:t>Researcher</a:t>
            </a:r>
            <a:r>
              <a:rPr lang="en-US" sz="1600" b="1" dirty="0">
                <a:solidFill>
                  <a:schemeClr val="tx1"/>
                </a:solidFill>
                <a:latin typeface="Aptos" panose="020B0004020202020204" pitchFamily="34" charset="0"/>
              </a:rPr>
              <a:t>-</a:t>
            </a:r>
            <a:r>
              <a:rPr lang="en-US" sz="1600" dirty="0">
                <a:solidFill>
                  <a:schemeClr val="tx1"/>
                </a:solidFill>
                <a:latin typeface="Aptos" panose="020B0004020202020204" pitchFamily="34" charset="0"/>
              </a:rPr>
              <a:t> “</a:t>
            </a:r>
            <a:r>
              <a:rPr lang="en-US" sz="1600" b="1" dirty="0">
                <a:solidFill>
                  <a:schemeClr val="tx1"/>
                </a:solidFill>
                <a:latin typeface="Aptos" panose="020B0004020202020204" pitchFamily="34" charset="0"/>
              </a:rPr>
              <a:t>SHUBHAM”</a:t>
            </a:r>
            <a:endParaRPr lang="en-US" sz="1600" dirty="0">
              <a:solidFill>
                <a:schemeClr val="tx1"/>
              </a:solidFill>
              <a:latin typeface="Aptos" panose="020B0004020202020204" pitchFamily="34" charset="0"/>
            </a:endParaRPr>
          </a:p>
          <a:p>
            <a:pPr marL="320040"/>
            <a:r>
              <a:rPr lang="en-US" sz="1600" dirty="0" err="1">
                <a:solidFill>
                  <a:schemeClr val="tx1"/>
                </a:solidFill>
                <a:latin typeface="Aptos" panose="020B0004020202020204" pitchFamily="34" charset="0"/>
              </a:rPr>
              <a:t>Nigamananda</a:t>
            </a:r>
            <a:r>
              <a:rPr lang="en-US" sz="1600" dirty="0">
                <a:solidFill>
                  <a:schemeClr val="tx1"/>
                </a:solidFill>
                <a:latin typeface="Aptos" panose="020B0004020202020204" pitchFamily="34" charset="0"/>
              </a:rPr>
              <a:t> </a:t>
            </a:r>
            <a:r>
              <a:rPr lang="en-US" sz="1600" dirty="0" err="1">
                <a:solidFill>
                  <a:schemeClr val="tx1"/>
                </a:solidFill>
                <a:latin typeface="Aptos" panose="020B0004020202020204" pitchFamily="34" charset="0"/>
              </a:rPr>
              <a:t>Kandulal</a:t>
            </a:r>
            <a:r>
              <a:rPr lang="en-US" sz="1600" dirty="0">
                <a:solidFill>
                  <a:schemeClr val="tx1"/>
                </a:solidFill>
                <a:latin typeface="Aptos" panose="020B0004020202020204" pitchFamily="34" charset="0"/>
              </a:rPr>
              <a:t>: </a:t>
            </a:r>
            <a:r>
              <a:rPr lang="en-US" sz="1600" b="1" dirty="0">
                <a:solidFill>
                  <a:schemeClr val="tx1"/>
                </a:solidFill>
                <a:latin typeface="Aptos" panose="020B0004020202020204" pitchFamily="34" charset="0"/>
              </a:rPr>
              <a:t>Overview and Best Practice </a:t>
            </a:r>
            <a:r>
              <a:rPr lang="en-US" sz="1600" b="1" u="sng" dirty="0">
                <a:solidFill>
                  <a:schemeClr val="tx1"/>
                </a:solidFill>
                <a:latin typeface="Aptos" panose="020B0004020202020204" pitchFamily="34" charset="0"/>
              </a:rPr>
              <a:t>Researcher</a:t>
            </a:r>
            <a:r>
              <a:rPr lang="en-US" sz="1600" b="1" dirty="0">
                <a:solidFill>
                  <a:schemeClr val="tx1"/>
                </a:solidFill>
                <a:latin typeface="Aptos" panose="020B0004020202020204" pitchFamily="34" charset="0"/>
              </a:rPr>
              <a:t>- “NIGAM”</a:t>
            </a:r>
          </a:p>
          <a:p>
            <a:pPr marL="320040"/>
            <a:r>
              <a:rPr lang="en-US" sz="1600" dirty="0">
                <a:solidFill>
                  <a:schemeClr val="tx1"/>
                </a:solidFill>
                <a:latin typeface="Aptos" panose="020B0004020202020204" pitchFamily="34" charset="0"/>
              </a:rPr>
              <a:t>Sachin Wakaley</a:t>
            </a:r>
            <a:r>
              <a:rPr lang="en-US" sz="1600" b="1" dirty="0">
                <a:solidFill>
                  <a:schemeClr val="tx1"/>
                </a:solidFill>
                <a:latin typeface="Aptos" panose="020B0004020202020204" pitchFamily="34" charset="0"/>
              </a:rPr>
              <a:t>: Threat Analysis </a:t>
            </a:r>
            <a:r>
              <a:rPr lang="en-US" sz="1600" b="1" u="sng" dirty="0">
                <a:solidFill>
                  <a:schemeClr val="tx1"/>
                </a:solidFill>
                <a:latin typeface="Aptos" panose="020B0004020202020204" pitchFamily="34" charset="0"/>
              </a:rPr>
              <a:t>Researcher </a:t>
            </a:r>
            <a:r>
              <a:rPr lang="en-US" sz="1600" b="1" dirty="0">
                <a:solidFill>
                  <a:schemeClr val="tx1"/>
                </a:solidFill>
                <a:latin typeface="Aptos" panose="020B0004020202020204" pitchFamily="34" charset="0"/>
              </a:rPr>
              <a:t>–”SACHIN”</a:t>
            </a:r>
          </a:p>
          <a:p>
            <a:endParaRPr lang="en-AE" sz="1600" dirty="0">
              <a:solidFill>
                <a:schemeClr val="tx1"/>
              </a:solidFill>
              <a:latin typeface="Aptos" panose="020B0004020202020204" pitchFamily="34" charset="0"/>
            </a:endParaRPr>
          </a:p>
        </p:txBody>
      </p:sp>
      <p:pic>
        <p:nvPicPr>
          <p:cNvPr id="6" name="Picture Placeholder 5">
            <a:extLst>
              <a:ext uri="{FF2B5EF4-FFF2-40B4-BE49-F238E27FC236}">
                <a16:creationId xmlns:a16="http://schemas.microsoft.com/office/drawing/2014/main" id="{A9ADADBA-92C5-9960-9E03-5D29FD42DF48}"/>
              </a:ext>
            </a:extLst>
          </p:cNvPr>
          <p:cNvPicPr>
            <a:picLocks noGrp="1" noChangeAspect="1"/>
          </p:cNvPicPr>
          <p:nvPr>
            <p:ph type="pic" sz="quarter" idx="4294967295"/>
          </p:nvPr>
        </p:nvPicPr>
        <p:blipFill>
          <a:blip r:embed="rId8"/>
          <a:srcRect t="5568" b="2918"/>
          <a:stretch>
            <a:fillRect/>
          </a:stretch>
        </p:blipFill>
        <p:spPr>
          <a:xfrm>
            <a:off x="3233057" y="624650"/>
            <a:ext cx="7652656" cy="1434247"/>
          </a:xfrm>
          <a:prstGeom prst="rect">
            <a:avLst/>
          </a:prstGeom>
        </p:spPr>
      </p:pic>
      <p:sp>
        <p:nvSpPr>
          <p:cNvPr id="7" name="TextBox 6">
            <a:extLst>
              <a:ext uri="{FF2B5EF4-FFF2-40B4-BE49-F238E27FC236}">
                <a16:creationId xmlns:a16="http://schemas.microsoft.com/office/drawing/2014/main" id="{065E03C5-E139-6071-3840-EF99C99F8050}"/>
              </a:ext>
            </a:extLst>
          </p:cNvPr>
          <p:cNvSpPr txBox="1"/>
          <p:nvPr/>
        </p:nvSpPr>
        <p:spPr>
          <a:xfrm>
            <a:off x="1992086" y="2928257"/>
            <a:ext cx="5835878" cy="2677886"/>
          </a:xfrm>
          <a:prstGeom prst="rect">
            <a:avLst/>
          </a:prstGeom>
          <a:solidFill>
            <a:schemeClr val="bg1"/>
          </a:solidFill>
        </p:spPr>
        <p:txBody>
          <a:bodyPr wrap="square" rtlCol="0">
            <a:spAutoFit/>
          </a:bodyPr>
          <a:lstStyle/>
          <a:p>
            <a:endParaRPr lang="en-AE" dirty="0"/>
          </a:p>
        </p:txBody>
      </p:sp>
      <p:sp>
        <p:nvSpPr>
          <p:cNvPr id="8" name="TextBox 7">
            <a:extLst>
              <a:ext uri="{FF2B5EF4-FFF2-40B4-BE49-F238E27FC236}">
                <a16:creationId xmlns:a16="http://schemas.microsoft.com/office/drawing/2014/main" id="{F769661C-AE0A-692F-516A-B3EA66D783CC}"/>
              </a:ext>
            </a:extLst>
          </p:cNvPr>
          <p:cNvSpPr txBox="1"/>
          <p:nvPr/>
        </p:nvSpPr>
        <p:spPr>
          <a:xfrm>
            <a:off x="4093029" y="3014799"/>
            <a:ext cx="3895842" cy="2677886"/>
          </a:xfrm>
          <a:prstGeom prst="rect">
            <a:avLst/>
          </a:prstGeom>
          <a:solidFill>
            <a:schemeClr val="bg1"/>
          </a:solidFill>
        </p:spPr>
        <p:txBody>
          <a:bodyPr wrap="square" rtlCol="0">
            <a:spAutoFit/>
          </a:bodyPr>
          <a:lstStyle/>
          <a:p>
            <a:endParaRPr lang="en-AE" dirty="0"/>
          </a:p>
        </p:txBody>
      </p:sp>
      <p:sp>
        <p:nvSpPr>
          <p:cNvPr id="9" name="TextBox 8">
            <a:extLst>
              <a:ext uri="{FF2B5EF4-FFF2-40B4-BE49-F238E27FC236}">
                <a16:creationId xmlns:a16="http://schemas.microsoft.com/office/drawing/2014/main" id="{9F088260-69A8-42BB-12D5-8276BC8D0C8D}"/>
              </a:ext>
            </a:extLst>
          </p:cNvPr>
          <p:cNvSpPr txBox="1"/>
          <p:nvPr/>
        </p:nvSpPr>
        <p:spPr>
          <a:xfrm>
            <a:off x="5910943" y="3068024"/>
            <a:ext cx="2182218" cy="2677886"/>
          </a:xfrm>
          <a:prstGeom prst="rect">
            <a:avLst/>
          </a:prstGeom>
          <a:solidFill>
            <a:schemeClr val="bg1"/>
          </a:solidFill>
        </p:spPr>
        <p:txBody>
          <a:bodyPr wrap="square" rtlCol="0">
            <a:spAutoFit/>
          </a:bodyPr>
          <a:lstStyle/>
          <a:p>
            <a:endParaRPr lang="en-AE" dirty="0"/>
          </a:p>
        </p:txBody>
      </p:sp>
    </p:spTree>
    <p:extLst>
      <p:ext uri="{BB962C8B-B14F-4D97-AF65-F5344CB8AC3E}">
        <p14:creationId xmlns:p14="http://schemas.microsoft.com/office/powerpoint/2010/main" val="218532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grpId="0" nodeType="clickEffect">
                                  <p:stCondLst>
                                    <p:cond delay="0"/>
                                  </p:stCondLst>
                                  <p:childTnLst>
                                    <p:animEffect transition="out" filter="blinds(horizontal)">
                                      <p:cBhvr>
                                        <p:cTn id="18" dur="500"/>
                                        <p:tgtEl>
                                          <p:spTgt spid="7"/>
                                        </p:tgtEl>
                                      </p:cBhvr>
                                    </p:animEffect>
                                    <p:set>
                                      <p:cBhvr>
                                        <p:cTn id="19" dur="1" fill="hold">
                                          <p:stCondLst>
                                            <p:cond delay="499"/>
                                          </p:stCondLst>
                                        </p:cTn>
                                        <p:tgtEl>
                                          <p:spTgt spid="7"/>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grpId="0" nodeType="clickEffect">
                                  <p:stCondLst>
                                    <p:cond delay="0"/>
                                  </p:stCondLst>
                                  <p:childTnLst>
                                    <p:animEffect transition="out" filter="blinds(horizontal)">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3" presetClass="exit" presetSubtype="10" fill="hold" grpId="1" nodeType="clickEffect">
                                  <p:stCondLst>
                                    <p:cond delay="0"/>
                                  </p:stCondLst>
                                  <p:childTnLst>
                                    <p:animEffect transition="out" filter="blinds(horizontal)">
                                      <p:cBhvr>
                                        <p:cTn id="32" dur="500"/>
                                        <p:tgtEl>
                                          <p:spTgt spid="8"/>
                                        </p:tgtEl>
                                      </p:cBhvr>
                                    </p:animEffect>
                                    <p:set>
                                      <p:cBhvr>
                                        <p:cTn id="33" dur="1" fill="hold">
                                          <p:stCondLst>
                                            <p:cond delay="499"/>
                                          </p:stCondLst>
                                        </p:cTn>
                                        <p:tgtEl>
                                          <p:spTgt spid="8"/>
                                        </p:tgtEl>
                                        <p:attrNameLst>
                                          <p:attrName>style.visibility</p:attrName>
                                        </p:attrNameLst>
                                      </p:cBhvr>
                                      <p:to>
                                        <p:strVal val="hidden"/>
                                      </p:to>
                                    </p:set>
                                  </p:childTnLst>
                                </p:cTn>
                              </p:par>
                              <p:par>
                                <p:cTn id="34" presetID="3" presetClass="exit" presetSubtype="10" fill="hold" nodeType="withEffect">
                                  <p:stCondLst>
                                    <p:cond delay="0"/>
                                  </p:stCondLst>
                                  <p:childTnLst>
                                    <p:animEffect transition="out" filter="blinds(horizontal)">
                                      <p:cBhvr>
                                        <p:cTn id="35" dur="500"/>
                                        <p:tgtEl>
                                          <p:spTgt spid="6"/>
                                        </p:tgtEl>
                                      </p:cBhvr>
                                    </p:animEffect>
                                    <p:set>
                                      <p:cBhvr>
                                        <p:cTn id="36" dur="1" fill="hold">
                                          <p:stCondLst>
                                            <p:cond delay="499"/>
                                          </p:stCondLst>
                                        </p:cTn>
                                        <p:tgtEl>
                                          <p:spTgt spid="6"/>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3" presetClass="exit" presetSubtype="10" fill="hold" grpId="0" nodeType="clickEffect">
                                  <p:stCondLst>
                                    <p:cond delay="0"/>
                                  </p:stCondLst>
                                  <p:childTnLst>
                                    <p:animEffect transition="out" filter="blinds(horizontal)">
                                      <p:cBhvr>
                                        <p:cTn id="40" dur="500"/>
                                        <p:tgtEl>
                                          <p:spTgt spid="9"/>
                                        </p:tgtEl>
                                      </p:cBhvr>
                                    </p:animEffect>
                                    <p:set>
                                      <p:cBhvr>
                                        <p:cTn id="41" dur="1" fill="hold">
                                          <p:stCondLst>
                                            <p:cond delay="499"/>
                                          </p:stCondLst>
                                        </p:cTn>
                                        <p:tgtEl>
                                          <p:spTgt spid="9"/>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3" presetClass="exit" presetSubtype="10" fill="hold" grpId="1" nodeType="clickEffect">
                                  <p:stCondLst>
                                    <p:cond delay="0"/>
                                  </p:stCondLst>
                                  <p:childTnLst>
                                    <p:animEffect transition="out" filter="blinds(horizontal)">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animBg="1"/>
      <p:bldP spid="8" grpId="0" animBg="1"/>
      <p:bldP spid="8" grpId="1" animBg="1"/>
      <p:bldP spid="9" grpId="0" animBg="1"/>
      <p:bldP spid="9"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767D8-6312-4941-04BD-8555FAC8EFC0}"/>
              </a:ext>
            </a:extLst>
          </p:cNvPr>
          <p:cNvSpPr>
            <a:spLocks noGrp="1"/>
          </p:cNvSpPr>
          <p:nvPr>
            <p:ph type="title"/>
          </p:nvPr>
        </p:nvSpPr>
        <p:spPr/>
        <p:txBody>
          <a:bodyPr/>
          <a:lstStyle/>
          <a:p>
            <a:r>
              <a:rPr lang="en-US" dirty="0"/>
              <a:t>The network architecture</a:t>
            </a:r>
            <a:endParaRPr lang="en-AE" dirty="0"/>
          </a:p>
        </p:txBody>
      </p:sp>
      <p:sp>
        <p:nvSpPr>
          <p:cNvPr id="9" name="Text Placeholder 8">
            <a:extLst>
              <a:ext uri="{FF2B5EF4-FFF2-40B4-BE49-F238E27FC236}">
                <a16:creationId xmlns:a16="http://schemas.microsoft.com/office/drawing/2014/main" id="{1BD7C927-017C-8F0A-8C3B-A2D50CC304E1}"/>
              </a:ext>
            </a:extLst>
          </p:cNvPr>
          <p:cNvSpPr>
            <a:spLocks noGrp="1"/>
          </p:cNvSpPr>
          <p:nvPr>
            <p:ph type="body" idx="1"/>
          </p:nvPr>
        </p:nvSpPr>
        <p:spPr/>
        <p:txBody>
          <a:bodyPr/>
          <a:lstStyle/>
          <a:p>
            <a:endParaRPr lang="en-AE"/>
          </a:p>
        </p:txBody>
      </p:sp>
      <p:pic>
        <p:nvPicPr>
          <p:cNvPr id="7" name="Content Placeholder 6">
            <a:extLst>
              <a:ext uri="{FF2B5EF4-FFF2-40B4-BE49-F238E27FC236}">
                <a16:creationId xmlns:a16="http://schemas.microsoft.com/office/drawing/2014/main" id="{6F549D01-75B7-9793-F854-A0822D56A72D}"/>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bwMode="auto">
          <a:xfrm>
            <a:off x="388127" y="2982999"/>
            <a:ext cx="5492420" cy="2982903"/>
          </a:xfrm>
          <a:prstGeom prst="rect">
            <a:avLst/>
          </a:prstGeom>
          <a:noFill/>
          <a:ln>
            <a:noFill/>
          </a:ln>
        </p:spPr>
      </p:pic>
      <p:sp>
        <p:nvSpPr>
          <p:cNvPr id="10" name="Text Placeholder 9">
            <a:extLst>
              <a:ext uri="{FF2B5EF4-FFF2-40B4-BE49-F238E27FC236}">
                <a16:creationId xmlns:a16="http://schemas.microsoft.com/office/drawing/2014/main" id="{632C436D-4B60-673F-A96F-54D25FC21869}"/>
              </a:ext>
            </a:extLst>
          </p:cNvPr>
          <p:cNvSpPr>
            <a:spLocks noGrp="1"/>
          </p:cNvSpPr>
          <p:nvPr>
            <p:ph type="body" sz="quarter" idx="3"/>
          </p:nvPr>
        </p:nvSpPr>
        <p:spPr/>
        <p:txBody>
          <a:bodyPr/>
          <a:lstStyle/>
          <a:p>
            <a:endParaRPr lang="en-AE"/>
          </a:p>
        </p:txBody>
      </p:sp>
      <p:pic>
        <p:nvPicPr>
          <p:cNvPr id="8" name="Content Placeholder 7">
            <a:extLst>
              <a:ext uri="{FF2B5EF4-FFF2-40B4-BE49-F238E27FC236}">
                <a16:creationId xmlns:a16="http://schemas.microsoft.com/office/drawing/2014/main" id="{15C4A73A-F75B-181F-633A-424C744F124B}"/>
              </a:ext>
            </a:extLst>
          </p:cNvPr>
          <p:cNvPicPr>
            <a:picLocks noGrp="1" noChangeAspect="1"/>
          </p:cNvPicPr>
          <p:nvPr>
            <p:ph sz="quarter" idx="4"/>
          </p:nvPr>
        </p:nvPicPr>
        <p:blipFill>
          <a:blip r:embed="rId3" cstate="print">
            <a:extLst>
              <a:ext uri="{28A0092B-C50C-407E-A947-70E740481C1C}">
                <a14:useLocalDpi xmlns:a14="http://schemas.microsoft.com/office/drawing/2010/main" val="0"/>
              </a:ext>
            </a:extLst>
          </a:blip>
          <a:stretch>
            <a:fillRect/>
          </a:stretch>
        </p:blipFill>
        <p:spPr bwMode="auto">
          <a:xfrm>
            <a:off x="6416040" y="2882640"/>
            <a:ext cx="5303892" cy="3251294"/>
          </a:xfrm>
          <a:prstGeom prst="rect">
            <a:avLst/>
          </a:prstGeom>
          <a:noFill/>
          <a:ln>
            <a:noFill/>
          </a:ln>
        </p:spPr>
      </p:pic>
    </p:spTree>
    <p:extLst>
      <p:ext uri="{BB962C8B-B14F-4D97-AF65-F5344CB8AC3E}">
        <p14:creationId xmlns:p14="http://schemas.microsoft.com/office/powerpoint/2010/main" val="3277370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19" name="Rectangle 18">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1" name="Rectangle 20">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3" name="Rectangle 22">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5" name="Rectangle 24">
            <a:extLst>
              <a:ext uri="{FF2B5EF4-FFF2-40B4-BE49-F238E27FC236}">
                <a16:creationId xmlns:a16="http://schemas.microsoft.com/office/drawing/2014/main" id="{E08D4B6A-8113-4DFB-B82E-B60CAC8E0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7" name="Rectangle 26">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Title 6">
            <a:extLst>
              <a:ext uri="{FF2B5EF4-FFF2-40B4-BE49-F238E27FC236}">
                <a16:creationId xmlns:a16="http://schemas.microsoft.com/office/drawing/2014/main" id="{9B679A28-8570-42AE-94D2-D528F9D2F878}"/>
              </a:ext>
            </a:extLst>
          </p:cNvPr>
          <p:cNvSpPr>
            <a:spLocks noGrp="1"/>
          </p:cNvSpPr>
          <p:nvPr>
            <p:ph type="ctrTitle"/>
          </p:nvPr>
        </p:nvSpPr>
        <p:spPr>
          <a:xfrm>
            <a:off x="638620" y="863695"/>
            <a:ext cx="3511233" cy="3779995"/>
          </a:xfrm>
        </p:spPr>
        <p:txBody>
          <a:bodyPr vert="horz" lIns="91440" tIns="45720" rIns="91440" bIns="45720" rtlCol="0" anchor="ctr">
            <a:normAutofit/>
          </a:bodyPr>
          <a:lstStyle/>
          <a:p>
            <a:r>
              <a:rPr lang="en-US" sz="3300">
                <a:solidFill>
                  <a:srgbClr val="FFFFFF"/>
                </a:solidFill>
              </a:rPr>
              <a:t>Vulnerabilities </a:t>
            </a:r>
          </a:p>
        </p:txBody>
      </p:sp>
      <p:sp>
        <p:nvSpPr>
          <p:cNvPr id="8" name="Subtitle 7">
            <a:extLst>
              <a:ext uri="{FF2B5EF4-FFF2-40B4-BE49-F238E27FC236}">
                <a16:creationId xmlns:a16="http://schemas.microsoft.com/office/drawing/2014/main" id="{D2F73248-20AE-2A6E-F1A8-BC7BA69738D1}"/>
              </a:ext>
            </a:extLst>
          </p:cNvPr>
          <p:cNvSpPr>
            <a:spLocks noGrp="1"/>
          </p:cNvSpPr>
          <p:nvPr>
            <p:ph type="subTitle" idx="1"/>
          </p:nvPr>
        </p:nvSpPr>
        <p:spPr>
          <a:xfrm>
            <a:off x="638621" y="4739780"/>
            <a:ext cx="3511233" cy="1147054"/>
          </a:xfrm>
        </p:spPr>
        <p:txBody>
          <a:bodyPr vert="horz" lIns="91440" tIns="45720" rIns="91440" bIns="45720" rtlCol="0" anchor="t">
            <a:normAutofit/>
          </a:bodyPr>
          <a:lstStyle/>
          <a:p>
            <a:endParaRPr lang="en-US" sz="2000" cap="all" dirty="0">
              <a:solidFill>
                <a:srgbClr val="FFFFFF">
                  <a:alpha val="75000"/>
                </a:srgbClr>
              </a:solidFill>
            </a:endParaRPr>
          </a:p>
        </p:txBody>
      </p:sp>
      <p:sp>
        <p:nvSpPr>
          <p:cNvPr id="29" name="Rectangle 28">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Picture Placeholder 13">
            <a:extLst>
              <a:ext uri="{FF2B5EF4-FFF2-40B4-BE49-F238E27FC236}">
                <a16:creationId xmlns:a16="http://schemas.microsoft.com/office/drawing/2014/main" id="{A92C67C0-637F-A879-7A1E-BA857530F115}"/>
              </a:ext>
            </a:extLst>
          </p:cNvPr>
          <p:cNvSpPr>
            <a:spLocks noGrp="1"/>
          </p:cNvSpPr>
          <p:nvPr>
            <p:ph type="pic" sz="quarter" idx="13"/>
          </p:nvPr>
        </p:nvSpPr>
        <p:spPr/>
        <p:txBody>
          <a:bodyPr/>
          <a:lstStyle/>
          <a:p>
            <a:endParaRPr lang="en-AE"/>
          </a:p>
        </p:txBody>
      </p:sp>
    </p:spTree>
    <p:extLst>
      <p:ext uri="{BB962C8B-B14F-4D97-AF65-F5344CB8AC3E}">
        <p14:creationId xmlns:p14="http://schemas.microsoft.com/office/powerpoint/2010/main" val="3926810184"/>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4D1C8F-F7BB-960A-4709-6AB8B60CEC2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C3942F3-75E8-5DCB-9AB3-72A985521641}"/>
              </a:ext>
            </a:extLst>
          </p:cNvPr>
          <p:cNvSpPr>
            <a:spLocks noGrp="1"/>
          </p:cNvSpPr>
          <p:nvPr>
            <p:ph type="title"/>
          </p:nvPr>
        </p:nvSpPr>
        <p:spPr/>
        <p:txBody>
          <a:bodyPr vert="horz" lIns="91440" tIns="45720" rIns="91440" bIns="45720" rtlCol="0" anchor="ctr">
            <a:normAutofit/>
          </a:bodyPr>
          <a:lstStyle/>
          <a:p>
            <a:r>
              <a:rPr lang="en-US" sz="3600">
                <a:solidFill>
                  <a:srgbClr val="FFFFFF"/>
                </a:solidFill>
              </a:rPr>
              <a:t>THREATS in SINGLE CLOUD NETWORK</a:t>
            </a:r>
          </a:p>
        </p:txBody>
      </p:sp>
      <p:sp>
        <p:nvSpPr>
          <p:cNvPr id="8" name="Subtitle 7">
            <a:extLst>
              <a:ext uri="{FF2B5EF4-FFF2-40B4-BE49-F238E27FC236}">
                <a16:creationId xmlns:a16="http://schemas.microsoft.com/office/drawing/2014/main" id="{FD7B7275-23A9-FE91-4572-818A99704F0D}"/>
              </a:ext>
            </a:extLst>
          </p:cNvPr>
          <p:cNvSpPr>
            <a:spLocks noGrp="1"/>
          </p:cNvSpPr>
          <p:nvPr>
            <p:ph sz="quarter" idx="4"/>
          </p:nvPr>
        </p:nvSpPr>
        <p:spPr/>
        <p:txBody>
          <a:bodyPr vert="horz" lIns="91440" tIns="45720" rIns="91440" bIns="45720" rtlCol="0" anchor="t">
            <a:normAutofit fontScale="85000" lnSpcReduction="10000"/>
          </a:bodyPr>
          <a:lstStyle/>
          <a:p>
            <a:r>
              <a:rPr lang="en-US" sz="2000" b="1" cap="all" dirty="0">
                <a:solidFill>
                  <a:srgbClr val="FFFFFF">
                    <a:alpha val="75000"/>
                  </a:srgbClr>
                </a:solidFill>
              </a:rPr>
              <a:t>threat analysis methods of a real cloud network</a:t>
            </a:r>
          </a:p>
          <a:p>
            <a:pPr marL="457200" indent="-457200">
              <a:buAutoNum type="arabicPeriod"/>
            </a:pPr>
            <a:r>
              <a:rPr lang="en-US" sz="2000" cap="all" dirty="0">
                <a:solidFill>
                  <a:srgbClr val="FFFFFF">
                    <a:alpha val="75000"/>
                  </a:srgbClr>
                </a:solidFill>
              </a:rPr>
              <a:t>Stride</a:t>
            </a:r>
          </a:p>
          <a:p>
            <a:pPr marL="457200" indent="-457200">
              <a:buAutoNum type="arabicPeriod"/>
            </a:pPr>
            <a:r>
              <a:rPr lang="en-US" sz="2000" cap="all" dirty="0">
                <a:solidFill>
                  <a:srgbClr val="FFFFFF">
                    <a:alpha val="75000"/>
                  </a:srgbClr>
                </a:solidFill>
              </a:rPr>
              <a:t>Attack Path Mapping /Layered Threat Modelling</a:t>
            </a:r>
          </a:p>
          <a:p>
            <a:pPr marL="457200" indent="-457200">
              <a:buAutoNum type="arabicPeriod"/>
            </a:pPr>
            <a:r>
              <a:rPr lang="en-US" sz="2000" cap="all" dirty="0">
                <a:solidFill>
                  <a:srgbClr val="FFFFFF">
                    <a:alpha val="75000"/>
                  </a:srgbClr>
                </a:solidFill>
              </a:rPr>
              <a:t>Attack Surface Enumeration/ Automated Configuration Auditing</a:t>
            </a:r>
          </a:p>
          <a:p>
            <a:pPr marL="457200" indent="-457200">
              <a:buAutoNum type="arabicPeriod"/>
            </a:pPr>
            <a:r>
              <a:rPr lang="en-US" sz="2000" cap="all" dirty="0">
                <a:solidFill>
                  <a:srgbClr val="FFFFFF">
                    <a:alpha val="75000"/>
                  </a:srgbClr>
                </a:solidFill>
              </a:rPr>
              <a:t>Simulation &amp; Penetration Testing</a:t>
            </a:r>
          </a:p>
          <a:p>
            <a:pPr marL="457200" indent="-457200">
              <a:buAutoNum type="arabicPeriod"/>
            </a:pPr>
            <a:r>
              <a:rPr lang="en-US" sz="2000" cap="all" dirty="0">
                <a:solidFill>
                  <a:srgbClr val="FFFFFF">
                    <a:alpha val="75000"/>
                  </a:srgbClr>
                </a:solidFill>
              </a:rPr>
              <a:t>Monitoring &amp; Logging</a:t>
            </a:r>
          </a:p>
          <a:p>
            <a:endParaRPr lang="en-US" sz="2000" cap="all" dirty="0">
              <a:solidFill>
                <a:srgbClr val="FFFFFF">
                  <a:alpha val="75000"/>
                </a:srgbClr>
              </a:solidFill>
            </a:endParaRPr>
          </a:p>
        </p:txBody>
      </p:sp>
      <p:pic>
        <p:nvPicPr>
          <p:cNvPr id="12" name="Picture Placeholder 11">
            <a:extLst>
              <a:ext uri="{FF2B5EF4-FFF2-40B4-BE49-F238E27FC236}">
                <a16:creationId xmlns:a16="http://schemas.microsoft.com/office/drawing/2014/main" id="{BCDAB5D5-4234-216A-37C4-DC3391E0952D}"/>
              </a:ext>
            </a:extLst>
          </p:cNvPr>
          <p:cNvPicPr>
            <a:picLocks noGrp="1" noChangeAspect="1"/>
          </p:cNvPicPr>
          <p:nvPr>
            <p:ph type="pic" sz="quarter" idx="13"/>
          </p:nvPr>
        </p:nvPicPr>
        <p:blipFill>
          <a:blip r:embed="rId3"/>
          <a:srcRect l="1709" t="-1572" r="-1709" b="228"/>
          <a:stretch>
            <a:fillRect/>
          </a:stretch>
        </p:blipFill>
        <p:spPr>
          <a:xfrm>
            <a:off x="4242815" y="640080"/>
            <a:ext cx="7491984" cy="5751576"/>
          </a:xfrm>
          <a:prstGeom prst="rect">
            <a:avLst/>
          </a:prstGeom>
        </p:spPr>
      </p:pic>
    </p:spTree>
    <p:extLst>
      <p:ext uri="{BB962C8B-B14F-4D97-AF65-F5344CB8AC3E}">
        <p14:creationId xmlns:p14="http://schemas.microsoft.com/office/powerpoint/2010/main" val="144667866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66BB-F240-0ED5-DCC9-4617E1C61568}"/>
              </a:ext>
            </a:extLst>
          </p:cNvPr>
          <p:cNvSpPr>
            <a:spLocks noGrp="1"/>
          </p:cNvSpPr>
          <p:nvPr>
            <p:ph type="title"/>
          </p:nvPr>
        </p:nvSpPr>
        <p:spPr/>
        <p:txBody>
          <a:bodyPr/>
          <a:lstStyle/>
          <a:p>
            <a:pPr lvl="0"/>
            <a:r>
              <a:rPr lang="en-US" dirty="0"/>
              <a:t>case examples of THREATS Materialized </a:t>
            </a:r>
            <a:endParaRPr lang="en-AE" dirty="0"/>
          </a:p>
        </p:txBody>
      </p:sp>
      <p:graphicFrame>
        <p:nvGraphicFramePr>
          <p:cNvPr id="4" name="Content Placeholder 3">
            <a:extLst>
              <a:ext uri="{FF2B5EF4-FFF2-40B4-BE49-F238E27FC236}">
                <a16:creationId xmlns:a16="http://schemas.microsoft.com/office/drawing/2014/main" id="{190A3F38-6A99-552F-F1EE-723382F8D2B2}"/>
              </a:ext>
            </a:extLst>
          </p:cNvPr>
          <p:cNvGraphicFramePr>
            <a:graphicFrameLocks noGrp="1"/>
          </p:cNvGraphicFramePr>
          <p:nvPr>
            <p:ph idx="1"/>
            <p:extLst>
              <p:ext uri="{D42A27DB-BD31-4B8C-83A1-F6EECF244321}">
                <p14:modId xmlns:p14="http://schemas.microsoft.com/office/powerpoint/2010/main" val="612004432"/>
              </p:ext>
            </p:extLst>
          </p:nvPr>
        </p:nvGraphicFramePr>
        <p:xfrm>
          <a:off x="581025" y="2287135"/>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0291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B045D6AF-532B-394C-0C6F-38B6628CE9DF}"/>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2F59B25D-9615-9332-C32E-4F458417E11E}"/>
              </a:ext>
            </a:extLst>
          </p:cNvPr>
          <p:cNvSpPr>
            <a:spLocks noGrp="1"/>
          </p:cNvSpPr>
          <p:nvPr>
            <p:ph sz="quarter" idx="4"/>
          </p:nvPr>
        </p:nvSpPr>
        <p:spPr>
          <a:xfrm>
            <a:off x="462151" y="2862480"/>
            <a:ext cx="3672970" cy="3491849"/>
          </a:xfrm>
        </p:spPr>
        <p:txBody>
          <a:bodyPr/>
          <a:lstStyle/>
          <a:p>
            <a:r>
              <a:rPr lang="en-US" dirty="0"/>
              <a:t>-Team ROOTSHELLL</a:t>
            </a:r>
          </a:p>
        </p:txBody>
      </p:sp>
      <p:pic>
        <p:nvPicPr>
          <p:cNvPr id="23" name="Picture Placeholder 22" descr="A group of people giving each other a high five">
            <a:extLst>
              <a:ext uri="{FF2B5EF4-FFF2-40B4-BE49-F238E27FC236}">
                <a16:creationId xmlns:a16="http://schemas.microsoft.com/office/drawing/2014/main" id="{D92A2E6E-E7AB-92FB-0E6F-133483021C22}"/>
              </a:ext>
            </a:extLst>
          </p:cNvPr>
          <p:cNvPicPr>
            <a:picLocks noGrp="1" noChangeAspect="1"/>
          </p:cNvPicPr>
          <p:nvPr>
            <p:ph type="pic" sz="quarter" idx="13"/>
          </p:nvPr>
        </p:nvPicPr>
        <p:blipFill rotWithShape="1">
          <a:blip r:embed="rId3"/>
          <a:srcRect l="6095" r="6095"/>
          <a:stretch/>
        </p:blipFill>
        <p:spPr/>
      </p:pic>
    </p:spTree>
    <p:extLst>
      <p:ext uri="{BB962C8B-B14F-4D97-AF65-F5344CB8AC3E}">
        <p14:creationId xmlns:p14="http://schemas.microsoft.com/office/powerpoint/2010/main" val="2770959368"/>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1F84C-D1FD-4B1B-9CFD-8E0D96AC4DF2}">
  <ds:schemaRefs>
    <ds:schemaRef ds:uri="http://schemas.microsoft.com/sharepoint/v3/contenttype/forms"/>
  </ds:schemaRefs>
</ds:datastoreItem>
</file>

<file path=customXml/itemProps2.xml><?xml version="1.0" encoding="utf-8"?>
<ds:datastoreItem xmlns:ds="http://schemas.openxmlformats.org/officeDocument/2006/customXml" ds:itemID="{5A00B2AC-C335-4100-B8B3-2D9F49A729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037C456-A6DA-4DEE-A3FB-4EC3058FD0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Dividend design</Template>
  <TotalTime>416</TotalTime>
  <Words>995</Words>
  <Application>Microsoft Office PowerPoint</Application>
  <PresentationFormat>Widescreen</PresentationFormat>
  <Paragraphs>106</Paragraphs>
  <Slides>9</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Gill Sans MT</vt:lpstr>
      <vt:lpstr>Wingdings 2</vt:lpstr>
      <vt:lpstr>DividendVTI</vt:lpstr>
      <vt:lpstr>Project 1 :  The cloud network: security analysis team   : rootshell</vt:lpstr>
      <vt:lpstr>Agenda </vt:lpstr>
      <vt:lpstr>INTRODUCTION</vt:lpstr>
      <vt:lpstr>INTRODUCTION</vt:lpstr>
      <vt:lpstr>The network architecture</vt:lpstr>
      <vt:lpstr>Vulnerabilities </vt:lpstr>
      <vt:lpstr>THREATS in SINGLE CLOUD NETWORK</vt:lpstr>
      <vt:lpstr>case examples of THREATS Materialized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sachin wakaley</dc:creator>
  <cp:lastModifiedBy>sachin wakaley</cp:lastModifiedBy>
  <cp:revision>3</cp:revision>
  <dcterms:created xsi:type="dcterms:W3CDTF">2026-02-11T07:36:49Z</dcterms:created>
  <dcterms:modified xsi:type="dcterms:W3CDTF">2026-02-11T14:33:42Z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