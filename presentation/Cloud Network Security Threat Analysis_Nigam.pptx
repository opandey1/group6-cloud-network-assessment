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6"/>
  </p:notesMasterIdLst>
  <p:handoutMasterIdLst>
    <p:handoutMasterId r:id="rId7"/>
  </p:handoutMasterIdLst>
  <p:sldIdLst>
    <p:sldId id="30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27477" autoAdjust="0"/>
  </p:normalViewPr>
  <p:slideViewPr>
    <p:cSldViewPr snapToGrid="0" showGuides="1">
      <p:cViewPr varScale="1">
        <p:scale>
          <a:sx n="19" d="100"/>
          <a:sy n="19" d="100"/>
        </p:scale>
        <p:origin x="2700" y="36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424E-AEB9-A34C-1F4B-5578C307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4C297-F9D0-5475-268D-EA814EF72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A1EAF-90DC-9947-7469-761DCBA3B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dirty="0"/>
              <a:t>Hi Every one . I am Nigam going to talk on the best practices that is generally followed for a VPC network. </a:t>
            </a:r>
            <a:r>
              <a:rPr lang="en-IN" dirty="0"/>
              <a:t>The expectation </a:t>
            </a:r>
            <a:r>
              <a:rPr lang="en-US" dirty="0"/>
              <a:t>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VPC should be able to scale , Support Good traffic speed and have robust security. the main philosophy on which the VPC design bases 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 Trust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Modern architecture is built on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 Trust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assume no traffic is safe, even if it’s already inside our network."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Strategy 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best practice is It starts with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 Segmentation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 go for a minimum a 3-Tiered Subnetting. Incase the requirement is deeper than subnets. Then the best practice is Micro-segmentation. Instead of relying on broad Network ACLs, we apply granular rules right at the resource level using Security Groups. This limits the 'blast radius' if a breach occurs.“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 &amp; Future-Proofing: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to overlap your CIDR blocks with on-prem networks or other VPCs. Use a Connectivity Hub, like a Transit Gateway or Cloud WAN. It simplifies routing and makes traffic inspection much easier."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 Security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:Use NAT Gateways in public subnets. This allows your private servers to reach the internet for updates, but ensures the internet cannot reach in to touch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them.approach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At a minimum, you should have three tiers: Public, Private, and Data layer subnets, replicated across at least two Availability Zones for high availability.</a:t>
            </a:r>
            <a:br>
              <a:rPr lang="en-IN" dirty="0"/>
            </a:br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86138-EE2D-EFF2-A965-F58C156D7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5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IIT ROORKI CERTIFICATE PROGRAM AI </a:t>
            </a:r>
            <a:r>
              <a:rPr lang="en-US" dirty="0" err="1"/>
              <a:t>aND</a:t>
            </a:r>
            <a:r>
              <a:rPr lang="en-US" dirty="0"/>
              <a:t> CYBER SECURITY 2025-26. Team 6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2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6820B-4878-2717-449E-F60F4A9B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262622D-1179-70ED-ACBA-3DBA79F0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5762"/>
            <a:ext cx="3657600" cy="11744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Best practice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0FCA91-BF91-8E22-89FB-8D4ED76AA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0511" y="1664493"/>
            <a:ext cx="5805489" cy="4807745"/>
          </a:xfrm>
        </p:spPr>
        <p:txBody>
          <a:bodyPr/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2026 industry standards, best practices</a:t>
            </a:r>
            <a:endParaRPr lang="en-AE" sz="2800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50EEE-C49B-D049-470E-E16278B7705F}"/>
              </a:ext>
            </a:extLst>
          </p:cNvPr>
          <p:cNvSpPr/>
          <p:nvPr/>
        </p:nvSpPr>
        <p:spPr>
          <a:xfrm>
            <a:off x="6238874" y="754380"/>
            <a:ext cx="5805489" cy="610362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fontAlgn="base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800" b="1" kern="1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Logical Segmentation</a:t>
            </a:r>
            <a:endParaRPr lang="en-IN" sz="2800" kern="1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Tiered Subnetting</a:t>
            </a:r>
            <a:endParaRPr lang="en-IN" sz="2400" kern="1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fontAlgn="base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Micro-segmentation</a:t>
            </a:r>
            <a:r>
              <a:rPr lang="en-US" sz="2400" kern="1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.</a:t>
            </a:r>
            <a:endParaRPr lang="en-IN" sz="2400" kern="1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fontAlgn="base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800" b="1" kern="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Address Planning </a:t>
            </a:r>
            <a:endParaRPr lang="en-IN" sz="2800" b="1" kern="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800" b="1" kern="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 Hubs </a:t>
            </a:r>
            <a:endParaRPr lang="en-IN" sz="2800" b="1" kern="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800" b="1" kern="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 Security</a:t>
            </a:r>
            <a:endParaRPr lang="en-IN" sz="2800" b="1" kern="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421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ividendVTI">
    <a:dk1>
      <a:sysClr val="windowText" lastClr="000000"/>
    </a:dk1>
    <a:lt1>
      <a:sysClr val="window" lastClr="FFFFFF"/>
    </a:lt1>
    <a:dk2>
      <a:srgbClr val="3D3D3D"/>
    </a:dk2>
    <a:lt2>
      <a:srgbClr val="EBEBEB"/>
    </a:lt2>
    <a:accent1>
      <a:srgbClr val="ED8428"/>
    </a:accent1>
    <a:accent2>
      <a:srgbClr val="E6C46D"/>
    </a:accent2>
    <a:accent3>
      <a:srgbClr val="537685"/>
    </a:accent3>
    <a:accent4>
      <a:srgbClr val="969FA7"/>
    </a:accent4>
    <a:accent5>
      <a:srgbClr val="A9C37C"/>
    </a:accent5>
    <a:accent6>
      <a:srgbClr val="5A8071"/>
    </a:accent6>
    <a:hlink>
      <a:srgbClr val="828282"/>
    </a:hlink>
    <a:folHlink>
      <a:srgbClr val="A5A5A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</TotalTime>
  <Words>277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Gill Sans MT</vt:lpstr>
      <vt:lpstr>Wingdings</vt:lpstr>
      <vt:lpstr>Wingdings 2</vt:lpstr>
      <vt:lpstr>DividendVTI</vt:lpstr>
      <vt:lpstr>Best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wakaley</dc:creator>
  <cp:lastModifiedBy>anupama routray</cp:lastModifiedBy>
  <cp:revision>7</cp:revision>
  <dcterms:created xsi:type="dcterms:W3CDTF">2026-02-11T07:36:49Z</dcterms:created>
  <dcterms:modified xsi:type="dcterms:W3CDTF">2026-02-11T17:55:45Z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